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2" r:id="rId6"/>
    <p:sldId id="263" r:id="rId7"/>
    <p:sldId id="264" r:id="rId8"/>
    <p:sldId id="265" r:id="rId9"/>
    <p:sldId id="266" r:id="rId1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64A543-9591-42BD-9616-9C725473B2CC}" v="15" dt="2026-03-28T14:14:38.315"/>
    <p1510:client id="{51A75628-E5E0-455C-B014-EA49B0504EEA}" v="9" dt="2026-03-28T10:15:46.891"/>
    <p1510:client id="{7928ACB0-CBA0-4174-9550-CF5D141CC0DE}" v="1873" dt="2026-03-27T14:06:56.066"/>
    <p1510:client id="{C94E6317-DD92-413F-B149-FD0F670B5BB0}" v="560" dt="2026-03-28T09:12:21.0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F816C5-0140-48F2-B949-7AC0B8A69DE0}"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9A79348E-7E0E-4E27-8BCF-EBAA0D4DB90E}">
      <dgm:prSet/>
      <dgm:spPr/>
      <dgm:t>
        <a:bodyPr/>
        <a:lstStyle/>
        <a:p>
          <a:r>
            <a:rPr lang="en-GB"/>
            <a:t>Data Collection </a:t>
          </a:r>
          <a:endParaRPr lang="en-US"/>
        </a:p>
      </dgm:t>
    </dgm:pt>
    <dgm:pt modelId="{99447D0C-514C-4B21-942E-C1EA6CA7FB61}" type="parTrans" cxnId="{4A26DDB4-850F-4D91-8F65-B910AC1BF57C}">
      <dgm:prSet/>
      <dgm:spPr/>
      <dgm:t>
        <a:bodyPr/>
        <a:lstStyle/>
        <a:p>
          <a:endParaRPr lang="en-US"/>
        </a:p>
      </dgm:t>
    </dgm:pt>
    <dgm:pt modelId="{569755C6-C301-49EB-A6E4-80D21EBC7215}" type="sibTrans" cxnId="{4A26DDB4-850F-4D91-8F65-B910AC1BF57C}">
      <dgm:prSet/>
      <dgm:spPr/>
      <dgm:t>
        <a:bodyPr/>
        <a:lstStyle/>
        <a:p>
          <a:endParaRPr lang="en-US"/>
        </a:p>
      </dgm:t>
    </dgm:pt>
    <dgm:pt modelId="{B21C1B15-27A7-498B-8366-0807BDBC9178}">
      <dgm:prSet/>
      <dgm:spPr/>
      <dgm:t>
        <a:bodyPr/>
        <a:lstStyle/>
        <a:p>
          <a:r>
            <a:rPr lang="en-GB"/>
            <a:t>Handling Null Values</a:t>
          </a:r>
          <a:endParaRPr lang="en-US"/>
        </a:p>
      </dgm:t>
    </dgm:pt>
    <dgm:pt modelId="{1137FC8A-3A31-4490-B3C7-BBDDEFBB07C9}" type="parTrans" cxnId="{C4DAC114-1F14-450D-99A0-9F6AF5BC5BB9}">
      <dgm:prSet/>
      <dgm:spPr/>
      <dgm:t>
        <a:bodyPr/>
        <a:lstStyle/>
        <a:p>
          <a:endParaRPr lang="en-US"/>
        </a:p>
      </dgm:t>
    </dgm:pt>
    <dgm:pt modelId="{91EC9979-1658-420D-967E-480A22B282CA}" type="sibTrans" cxnId="{C4DAC114-1F14-450D-99A0-9F6AF5BC5BB9}">
      <dgm:prSet/>
      <dgm:spPr/>
      <dgm:t>
        <a:bodyPr/>
        <a:lstStyle/>
        <a:p>
          <a:endParaRPr lang="en-US"/>
        </a:p>
      </dgm:t>
    </dgm:pt>
    <dgm:pt modelId="{030DE5F7-616C-41FC-9EF5-18CBA9C8568B}">
      <dgm:prSet/>
      <dgm:spPr/>
      <dgm:t>
        <a:bodyPr/>
        <a:lstStyle/>
        <a:p>
          <a:r>
            <a:rPr lang="en-GB"/>
            <a:t>Removing Outlier values</a:t>
          </a:r>
          <a:endParaRPr lang="en-US"/>
        </a:p>
      </dgm:t>
    </dgm:pt>
    <dgm:pt modelId="{35A17747-61CD-4933-AE7C-E99886DBEFC2}" type="parTrans" cxnId="{80C65B3C-719A-43AF-BE6D-8B389EF39451}">
      <dgm:prSet/>
      <dgm:spPr/>
      <dgm:t>
        <a:bodyPr/>
        <a:lstStyle/>
        <a:p>
          <a:endParaRPr lang="en-US"/>
        </a:p>
      </dgm:t>
    </dgm:pt>
    <dgm:pt modelId="{A3EF0CFB-AE68-4372-AAC4-F5AF15D597B9}" type="sibTrans" cxnId="{80C65B3C-719A-43AF-BE6D-8B389EF39451}">
      <dgm:prSet/>
      <dgm:spPr/>
      <dgm:t>
        <a:bodyPr/>
        <a:lstStyle/>
        <a:p>
          <a:endParaRPr lang="en-US"/>
        </a:p>
      </dgm:t>
    </dgm:pt>
    <dgm:pt modelId="{156537C8-E49C-4ECD-820A-166816052720}">
      <dgm:prSet/>
      <dgm:spPr/>
      <dgm:t>
        <a:bodyPr/>
        <a:lstStyle/>
        <a:p>
          <a:r>
            <a:rPr lang="en-GB"/>
            <a:t>2. Data Preprocessing</a:t>
          </a:r>
          <a:endParaRPr lang="en-US"/>
        </a:p>
      </dgm:t>
    </dgm:pt>
    <dgm:pt modelId="{0EFAF5F1-8F21-4751-A46A-A9C55EF9A833}" type="parTrans" cxnId="{C0D6A3BD-B89E-4B8E-99BF-7B9297CF1658}">
      <dgm:prSet/>
      <dgm:spPr/>
      <dgm:t>
        <a:bodyPr/>
        <a:lstStyle/>
        <a:p>
          <a:endParaRPr lang="en-US"/>
        </a:p>
      </dgm:t>
    </dgm:pt>
    <dgm:pt modelId="{4AEF4790-229A-4EBD-980C-07B646BBC4F5}" type="sibTrans" cxnId="{C0D6A3BD-B89E-4B8E-99BF-7B9297CF1658}">
      <dgm:prSet/>
      <dgm:spPr/>
      <dgm:t>
        <a:bodyPr/>
        <a:lstStyle/>
        <a:p>
          <a:endParaRPr lang="en-US"/>
        </a:p>
      </dgm:t>
    </dgm:pt>
    <dgm:pt modelId="{47E1A4D8-BCA3-459E-907E-BDB5020BF2C3}">
      <dgm:prSet/>
      <dgm:spPr/>
      <dgm:t>
        <a:bodyPr/>
        <a:lstStyle/>
        <a:p>
          <a:r>
            <a:rPr lang="en-GB"/>
            <a:t>3. Model Development</a:t>
          </a:r>
          <a:endParaRPr lang="en-US"/>
        </a:p>
      </dgm:t>
    </dgm:pt>
    <dgm:pt modelId="{AC233362-CF30-41D3-A32C-A8A17E6E16E6}" type="parTrans" cxnId="{86B40655-66C6-4BDA-9F6D-777CD5840DB2}">
      <dgm:prSet/>
      <dgm:spPr/>
      <dgm:t>
        <a:bodyPr/>
        <a:lstStyle/>
        <a:p>
          <a:endParaRPr lang="en-US"/>
        </a:p>
      </dgm:t>
    </dgm:pt>
    <dgm:pt modelId="{01FA4A3B-3C3F-4886-B5AD-1BC157293C32}" type="sibTrans" cxnId="{86B40655-66C6-4BDA-9F6D-777CD5840DB2}">
      <dgm:prSet/>
      <dgm:spPr/>
      <dgm:t>
        <a:bodyPr/>
        <a:lstStyle/>
        <a:p>
          <a:endParaRPr lang="en-US"/>
        </a:p>
      </dgm:t>
    </dgm:pt>
    <dgm:pt modelId="{200FE5A7-E7C2-47A2-A5C9-B8212FE7D317}">
      <dgm:prSet/>
      <dgm:spPr/>
      <dgm:t>
        <a:bodyPr/>
        <a:lstStyle/>
        <a:p>
          <a:r>
            <a:rPr lang="en-GB"/>
            <a:t>4. Cosine Similarity</a:t>
          </a:r>
          <a:endParaRPr lang="en-US"/>
        </a:p>
      </dgm:t>
    </dgm:pt>
    <dgm:pt modelId="{A0ECB941-DA24-4CF2-B280-8F2EFD7D9498}" type="parTrans" cxnId="{917BD98F-ECAE-485C-A75B-1D7AAC13BD26}">
      <dgm:prSet/>
      <dgm:spPr/>
      <dgm:t>
        <a:bodyPr/>
        <a:lstStyle/>
        <a:p>
          <a:endParaRPr lang="en-US"/>
        </a:p>
      </dgm:t>
    </dgm:pt>
    <dgm:pt modelId="{38B383F8-9664-4784-98CF-801800B54988}" type="sibTrans" cxnId="{917BD98F-ECAE-485C-A75B-1D7AAC13BD26}">
      <dgm:prSet/>
      <dgm:spPr/>
      <dgm:t>
        <a:bodyPr/>
        <a:lstStyle/>
        <a:p>
          <a:endParaRPr lang="en-US"/>
        </a:p>
      </dgm:t>
    </dgm:pt>
    <dgm:pt modelId="{5B1D2657-C229-4DA9-BFC4-C29CFC68BFC6}">
      <dgm:prSet/>
      <dgm:spPr/>
      <dgm:t>
        <a:bodyPr/>
        <a:lstStyle/>
        <a:p>
          <a:r>
            <a:rPr lang="en-GB"/>
            <a:t>5. KNN, RFM Algorithm</a:t>
          </a:r>
          <a:endParaRPr lang="en-US"/>
        </a:p>
      </dgm:t>
    </dgm:pt>
    <dgm:pt modelId="{B93AEF24-D7A0-44B5-894B-09066B4BE4B8}" type="parTrans" cxnId="{900BE787-AFD5-4FE4-9C0F-99659C85F764}">
      <dgm:prSet/>
      <dgm:spPr/>
      <dgm:t>
        <a:bodyPr/>
        <a:lstStyle/>
        <a:p>
          <a:endParaRPr lang="en-US"/>
        </a:p>
      </dgm:t>
    </dgm:pt>
    <dgm:pt modelId="{79B96CF4-8FAC-4A5D-8001-64EB9D4C985C}" type="sibTrans" cxnId="{900BE787-AFD5-4FE4-9C0F-99659C85F764}">
      <dgm:prSet/>
      <dgm:spPr/>
      <dgm:t>
        <a:bodyPr/>
        <a:lstStyle/>
        <a:p>
          <a:endParaRPr lang="en-US"/>
        </a:p>
      </dgm:t>
    </dgm:pt>
    <dgm:pt modelId="{92080512-6343-4F76-BAE4-9BB1D58C84C6}">
      <dgm:prSet/>
      <dgm:spPr/>
      <dgm:t>
        <a:bodyPr/>
        <a:lstStyle/>
        <a:p>
          <a:r>
            <a:rPr lang="en-GB"/>
            <a:t>6. Predictive analytics to identify future resource needsVisualization &amp; Dashboard</a:t>
          </a:r>
          <a:endParaRPr lang="en-US"/>
        </a:p>
      </dgm:t>
    </dgm:pt>
    <dgm:pt modelId="{C147075B-BFE7-4504-935B-279931729032}" type="parTrans" cxnId="{E4FB4BD8-8EA5-4459-9748-7D1B555751C7}">
      <dgm:prSet/>
      <dgm:spPr/>
      <dgm:t>
        <a:bodyPr/>
        <a:lstStyle/>
        <a:p>
          <a:endParaRPr lang="en-US"/>
        </a:p>
      </dgm:t>
    </dgm:pt>
    <dgm:pt modelId="{98C851EA-51B7-41E8-9E4A-83C228C790DF}" type="sibTrans" cxnId="{E4FB4BD8-8EA5-4459-9748-7D1B555751C7}">
      <dgm:prSet/>
      <dgm:spPr/>
      <dgm:t>
        <a:bodyPr/>
        <a:lstStyle/>
        <a:p>
          <a:endParaRPr lang="en-US"/>
        </a:p>
      </dgm:t>
    </dgm:pt>
    <dgm:pt modelId="{77329B7D-7342-46C1-92DA-2C6C0549B98D}">
      <dgm:prSet/>
      <dgm:spPr/>
      <dgm:t>
        <a:bodyPr/>
        <a:lstStyle/>
        <a:p>
          <a:r>
            <a:rPr lang="en-GB"/>
            <a:t>Bench employee statistics</a:t>
          </a:r>
          <a:endParaRPr lang="en-US"/>
        </a:p>
      </dgm:t>
    </dgm:pt>
    <dgm:pt modelId="{825980FE-6B23-4D7F-BE9B-64B13E865EEC}" type="parTrans" cxnId="{0D8D8B1C-66BC-403F-9A48-1F565D8A1A79}">
      <dgm:prSet/>
      <dgm:spPr/>
      <dgm:t>
        <a:bodyPr/>
        <a:lstStyle/>
        <a:p>
          <a:endParaRPr lang="en-US"/>
        </a:p>
      </dgm:t>
    </dgm:pt>
    <dgm:pt modelId="{42779C08-BA12-4B91-A455-8ABEC1941FC4}" type="sibTrans" cxnId="{0D8D8B1C-66BC-403F-9A48-1F565D8A1A79}">
      <dgm:prSet/>
      <dgm:spPr/>
      <dgm:t>
        <a:bodyPr/>
        <a:lstStyle/>
        <a:p>
          <a:endParaRPr lang="en-US"/>
        </a:p>
      </dgm:t>
    </dgm:pt>
    <dgm:pt modelId="{7A883DA7-4ACD-43D8-8EF3-AE743C006361}">
      <dgm:prSet/>
      <dgm:spPr/>
      <dgm:t>
        <a:bodyPr/>
        <a:lstStyle/>
        <a:p>
          <a:r>
            <a:rPr lang="en-GB"/>
            <a:t>Skill gap analysis</a:t>
          </a:r>
          <a:endParaRPr lang="en-US"/>
        </a:p>
      </dgm:t>
    </dgm:pt>
    <dgm:pt modelId="{38931D5C-45F0-4095-BC92-43BE9D34AB0E}" type="parTrans" cxnId="{051639A1-C75B-4C14-8820-9D31274D1C58}">
      <dgm:prSet/>
      <dgm:spPr/>
      <dgm:t>
        <a:bodyPr/>
        <a:lstStyle/>
        <a:p>
          <a:endParaRPr lang="en-US"/>
        </a:p>
      </dgm:t>
    </dgm:pt>
    <dgm:pt modelId="{AAEA868E-AAF0-49B5-9EBC-D895B47C5BFD}" type="sibTrans" cxnId="{051639A1-C75B-4C14-8820-9D31274D1C58}">
      <dgm:prSet/>
      <dgm:spPr/>
      <dgm:t>
        <a:bodyPr/>
        <a:lstStyle/>
        <a:p>
          <a:endParaRPr lang="en-US"/>
        </a:p>
      </dgm:t>
    </dgm:pt>
    <dgm:pt modelId="{51B5CA0D-378C-45C5-9DEF-D45620158E13}">
      <dgm:prSet/>
      <dgm:spPr/>
      <dgm:t>
        <a:bodyPr/>
        <a:lstStyle/>
        <a:p>
          <a:r>
            <a:rPr lang="en-GB"/>
            <a:t>Project–employee match recommendations</a:t>
          </a:r>
          <a:endParaRPr lang="en-US"/>
        </a:p>
      </dgm:t>
    </dgm:pt>
    <dgm:pt modelId="{2934779D-0BA1-49CB-BF95-5F5B5FF8DB72}" type="parTrans" cxnId="{0003092A-6D0E-4831-8CB1-7CF9BE4BE636}">
      <dgm:prSet/>
      <dgm:spPr/>
      <dgm:t>
        <a:bodyPr/>
        <a:lstStyle/>
        <a:p>
          <a:endParaRPr lang="en-US"/>
        </a:p>
      </dgm:t>
    </dgm:pt>
    <dgm:pt modelId="{7111A4FB-EA5F-424A-BC03-FE9140B4FDA2}" type="sibTrans" cxnId="{0003092A-6D0E-4831-8CB1-7CF9BE4BE636}">
      <dgm:prSet/>
      <dgm:spPr/>
      <dgm:t>
        <a:bodyPr/>
        <a:lstStyle/>
        <a:p>
          <a:endParaRPr lang="en-US"/>
        </a:p>
      </dgm:t>
    </dgm:pt>
    <dgm:pt modelId="{C4A7BF86-D413-43A3-A06A-B2D21A77F3F5}">
      <dgm:prSet/>
      <dgm:spPr/>
      <dgm:t>
        <a:bodyPr/>
        <a:lstStyle/>
        <a:p>
          <a:r>
            <a:rPr lang="en-GB"/>
            <a:t>Workforce utilisation metrics Evaluation</a:t>
          </a:r>
          <a:endParaRPr lang="en-US"/>
        </a:p>
      </dgm:t>
    </dgm:pt>
    <dgm:pt modelId="{AE153D5D-FB14-4E74-A5C5-E2281FFA9AF0}" type="parTrans" cxnId="{01EB5B5D-89F7-4C36-A75E-E70D6386E9AC}">
      <dgm:prSet/>
      <dgm:spPr/>
      <dgm:t>
        <a:bodyPr/>
        <a:lstStyle/>
        <a:p>
          <a:endParaRPr lang="en-US"/>
        </a:p>
      </dgm:t>
    </dgm:pt>
    <dgm:pt modelId="{1B226653-162D-4AEB-A88C-F5094221EF67}" type="sibTrans" cxnId="{01EB5B5D-89F7-4C36-A75E-E70D6386E9AC}">
      <dgm:prSet/>
      <dgm:spPr/>
      <dgm:t>
        <a:bodyPr/>
        <a:lstStyle/>
        <a:p>
          <a:endParaRPr lang="en-US"/>
        </a:p>
      </dgm:t>
    </dgm:pt>
    <dgm:pt modelId="{FBC0A170-DE9F-456B-990A-31FEA13BE30B}" type="pres">
      <dgm:prSet presAssocID="{ABF816C5-0140-48F2-B949-7AC0B8A69DE0}" presName="linear" presStyleCnt="0">
        <dgm:presLayoutVars>
          <dgm:dir/>
          <dgm:animLvl val="lvl"/>
          <dgm:resizeHandles val="exact"/>
        </dgm:presLayoutVars>
      </dgm:prSet>
      <dgm:spPr/>
    </dgm:pt>
    <dgm:pt modelId="{0F0ECE23-06AE-4D74-A320-64BD4F5CB13C}" type="pres">
      <dgm:prSet presAssocID="{9A79348E-7E0E-4E27-8BCF-EBAA0D4DB90E}" presName="parentLin" presStyleCnt="0"/>
      <dgm:spPr/>
    </dgm:pt>
    <dgm:pt modelId="{E1A68608-EB56-48C9-9A8B-3FB97038D226}" type="pres">
      <dgm:prSet presAssocID="{9A79348E-7E0E-4E27-8BCF-EBAA0D4DB90E}" presName="parentLeftMargin" presStyleLbl="node1" presStyleIdx="0" presStyleCnt="8"/>
      <dgm:spPr/>
    </dgm:pt>
    <dgm:pt modelId="{03E4F074-4216-406B-A995-5981205DBCF0}" type="pres">
      <dgm:prSet presAssocID="{9A79348E-7E0E-4E27-8BCF-EBAA0D4DB90E}" presName="parentText" presStyleLbl="node1" presStyleIdx="0" presStyleCnt="8">
        <dgm:presLayoutVars>
          <dgm:chMax val="0"/>
          <dgm:bulletEnabled val="1"/>
        </dgm:presLayoutVars>
      </dgm:prSet>
      <dgm:spPr/>
    </dgm:pt>
    <dgm:pt modelId="{ACDC3823-B6F6-4022-923B-5988B9D4B38A}" type="pres">
      <dgm:prSet presAssocID="{9A79348E-7E0E-4E27-8BCF-EBAA0D4DB90E}" presName="negativeSpace" presStyleCnt="0"/>
      <dgm:spPr/>
    </dgm:pt>
    <dgm:pt modelId="{E2EF921A-6CBF-41D0-A68A-2793746C28FE}" type="pres">
      <dgm:prSet presAssocID="{9A79348E-7E0E-4E27-8BCF-EBAA0D4DB90E}" presName="childText" presStyleLbl="conFgAcc1" presStyleIdx="0" presStyleCnt="8">
        <dgm:presLayoutVars>
          <dgm:bulletEnabled val="1"/>
        </dgm:presLayoutVars>
      </dgm:prSet>
      <dgm:spPr/>
    </dgm:pt>
    <dgm:pt modelId="{C0A43F2D-EDAF-4A9B-A3D5-5AE6CAC69F5B}" type="pres">
      <dgm:prSet presAssocID="{569755C6-C301-49EB-A6E4-80D21EBC7215}" presName="spaceBetweenRectangles" presStyleCnt="0"/>
      <dgm:spPr/>
    </dgm:pt>
    <dgm:pt modelId="{7227BDF7-4EDF-4C09-A128-A4138DEEBDB1}" type="pres">
      <dgm:prSet presAssocID="{B21C1B15-27A7-498B-8366-0807BDBC9178}" presName="parentLin" presStyleCnt="0"/>
      <dgm:spPr/>
    </dgm:pt>
    <dgm:pt modelId="{2679AE60-4904-49A7-B7FB-C7A2DEFBFA0D}" type="pres">
      <dgm:prSet presAssocID="{B21C1B15-27A7-498B-8366-0807BDBC9178}" presName="parentLeftMargin" presStyleLbl="node1" presStyleIdx="0" presStyleCnt="8"/>
      <dgm:spPr/>
    </dgm:pt>
    <dgm:pt modelId="{6964B818-23C9-4A87-8621-49985DBE8B54}" type="pres">
      <dgm:prSet presAssocID="{B21C1B15-27A7-498B-8366-0807BDBC9178}" presName="parentText" presStyleLbl="node1" presStyleIdx="1" presStyleCnt="8">
        <dgm:presLayoutVars>
          <dgm:chMax val="0"/>
          <dgm:bulletEnabled val="1"/>
        </dgm:presLayoutVars>
      </dgm:prSet>
      <dgm:spPr/>
    </dgm:pt>
    <dgm:pt modelId="{910EE557-35FD-41C3-97AE-723EE4CEDD5F}" type="pres">
      <dgm:prSet presAssocID="{B21C1B15-27A7-498B-8366-0807BDBC9178}" presName="negativeSpace" presStyleCnt="0"/>
      <dgm:spPr/>
    </dgm:pt>
    <dgm:pt modelId="{B05263BA-603F-4FC7-B950-BD8832FE2DAA}" type="pres">
      <dgm:prSet presAssocID="{B21C1B15-27A7-498B-8366-0807BDBC9178}" presName="childText" presStyleLbl="conFgAcc1" presStyleIdx="1" presStyleCnt="8">
        <dgm:presLayoutVars>
          <dgm:bulletEnabled val="1"/>
        </dgm:presLayoutVars>
      </dgm:prSet>
      <dgm:spPr/>
    </dgm:pt>
    <dgm:pt modelId="{5D451AD4-2D2C-4012-B136-03C9100D3661}" type="pres">
      <dgm:prSet presAssocID="{91EC9979-1658-420D-967E-480A22B282CA}" presName="spaceBetweenRectangles" presStyleCnt="0"/>
      <dgm:spPr/>
    </dgm:pt>
    <dgm:pt modelId="{18565B91-C32B-4D1E-A7BD-34543785FA1F}" type="pres">
      <dgm:prSet presAssocID="{030DE5F7-616C-41FC-9EF5-18CBA9C8568B}" presName="parentLin" presStyleCnt="0"/>
      <dgm:spPr/>
    </dgm:pt>
    <dgm:pt modelId="{CA2BF657-69A3-406D-B5F5-7E6E8EB6524B}" type="pres">
      <dgm:prSet presAssocID="{030DE5F7-616C-41FC-9EF5-18CBA9C8568B}" presName="parentLeftMargin" presStyleLbl="node1" presStyleIdx="1" presStyleCnt="8"/>
      <dgm:spPr/>
    </dgm:pt>
    <dgm:pt modelId="{041AFFF5-F140-4286-B9C8-52052B659504}" type="pres">
      <dgm:prSet presAssocID="{030DE5F7-616C-41FC-9EF5-18CBA9C8568B}" presName="parentText" presStyleLbl="node1" presStyleIdx="2" presStyleCnt="8">
        <dgm:presLayoutVars>
          <dgm:chMax val="0"/>
          <dgm:bulletEnabled val="1"/>
        </dgm:presLayoutVars>
      </dgm:prSet>
      <dgm:spPr/>
    </dgm:pt>
    <dgm:pt modelId="{D58017C4-B50B-4F57-B8AA-7284878276D0}" type="pres">
      <dgm:prSet presAssocID="{030DE5F7-616C-41FC-9EF5-18CBA9C8568B}" presName="negativeSpace" presStyleCnt="0"/>
      <dgm:spPr/>
    </dgm:pt>
    <dgm:pt modelId="{9D5FD2E4-7162-43D4-A95B-E61827D3522F}" type="pres">
      <dgm:prSet presAssocID="{030DE5F7-616C-41FC-9EF5-18CBA9C8568B}" presName="childText" presStyleLbl="conFgAcc1" presStyleIdx="2" presStyleCnt="8">
        <dgm:presLayoutVars>
          <dgm:bulletEnabled val="1"/>
        </dgm:presLayoutVars>
      </dgm:prSet>
      <dgm:spPr/>
    </dgm:pt>
    <dgm:pt modelId="{B25E3DA1-3090-4FA8-B8A9-0A07178B11A1}" type="pres">
      <dgm:prSet presAssocID="{A3EF0CFB-AE68-4372-AAC4-F5AF15D597B9}" presName="spaceBetweenRectangles" presStyleCnt="0"/>
      <dgm:spPr/>
    </dgm:pt>
    <dgm:pt modelId="{6385FFC4-12E2-420A-8BA2-ACBFEF45DA4C}" type="pres">
      <dgm:prSet presAssocID="{156537C8-E49C-4ECD-820A-166816052720}" presName="parentLin" presStyleCnt="0"/>
      <dgm:spPr/>
    </dgm:pt>
    <dgm:pt modelId="{3FD8BE3C-22AF-4B41-A930-B5ED4CF1BF83}" type="pres">
      <dgm:prSet presAssocID="{156537C8-E49C-4ECD-820A-166816052720}" presName="parentLeftMargin" presStyleLbl="node1" presStyleIdx="2" presStyleCnt="8"/>
      <dgm:spPr/>
    </dgm:pt>
    <dgm:pt modelId="{5DB4C59B-BAF8-4D74-AFB9-CFC45EA1ADFA}" type="pres">
      <dgm:prSet presAssocID="{156537C8-E49C-4ECD-820A-166816052720}" presName="parentText" presStyleLbl="node1" presStyleIdx="3" presStyleCnt="8">
        <dgm:presLayoutVars>
          <dgm:chMax val="0"/>
          <dgm:bulletEnabled val="1"/>
        </dgm:presLayoutVars>
      </dgm:prSet>
      <dgm:spPr/>
    </dgm:pt>
    <dgm:pt modelId="{F7582991-69E2-4197-87E0-FEDCD70C34DF}" type="pres">
      <dgm:prSet presAssocID="{156537C8-E49C-4ECD-820A-166816052720}" presName="negativeSpace" presStyleCnt="0"/>
      <dgm:spPr/>
    </dgm:pt>
    <dgm:pt modelId="{C7BBBFFD-6299-406B-9FB5-22553AA76F96}" type="pres">
      <dgm:prSet presAssocID="{156537C8-E49C-4ECD-820A-166816052720}" presName="childText" presStyleLbl="conFgAcc1" presStyleIdx="3" presStyleCnt="8">
        <dgm:presLayoutVars>
          <dgm:bulletEnabled val="1"/>
        </dgm:presLayoutVars>
      </dgm:prSet>
      <dgm:spPr/>
    </dgm:pt>
    <dgm:pt modelId="{1B40DD41-CE4B-4A59-91FE-1707947D6129}" type="pres">
      <dgm:prSet presAssocID="{4AEF4790-229A-4EBD-980C-07B646BBC4F5}" presName="spaceBetweenRectangles" presStyleCnt="0"/>
      <dgm:spPr/>
    </dgm:pt>
    <dgm:pt modelId="{93E13880-DC2A-4D0C-8B77-FCC513A37724}" type="pres">
      <dgm:prSet presAssocID="{47E1A4D8-BCA3-459E-907E-BDB5020BF2C3}" presName="parentLin" presStyleCnt="0"/>
      <dgm:spPr/>
    </dgm:pt>
    <dgm:pt modelId="{ECBB490A-D797-451A-B57B-15F69596BDC2}" type="pres">
      <dgm:prSet presAssocID="{47E1A4D8-BCA3-459E-907E-BDB5020BF2C3}" presName="parentLeftMargin" presStyleLbl="node1" presStyleIdx="3" presStyleCnt="8"/>
      <dgm:spPr/>
    </dgm:pt>
    <dgm:pt modelId="{AF255908-6DF7-4DFE-9816-45CE658781BF}" type="pres">
      <dgm:prSet presAssocID="{47E1A4D8-BCA3-459E-907E-BDB5020BF2C3}" presName="parentText" presStyleLbl="node1" presStyleIdx="4" presStyleCnt="8">
        <dgm:presLayoutVars>
          <dgm:chMax val="0"/>
          <dgm:bulletEnabled val="1"/>
        </dgm:presLayoutVars>
      </dgm:prSet>
      <dgm:spPr/>
    </dgm:pt>
    <dgm:pt modelId="{4ECB74B7-0C03-43CB-8D1B-B8DE99124C60}" type="pres">
      <dgm:prSet presAssocID="{47E1A4D8-BCA3-459E-907E-BDB5020BF2C3}" presName="negativeSpace" presStyleCnt="0"/>
      <dgm:spPr/>
    </dgm:pt>
    <dgm:pt modelId="{5BEE15F4-BF9F-4E39-991A-A257C716B4F0}" type="pres">
      <dgm:prSet presAssocID="{47E1A4D8-BCA3-459E-907E-BDB5020BF2C3}" presName="childText" presStyleLbl="conFgAcc1" presStyleIdx="4" presStyleCnt="8">
        <dgm:presLayoutVars>
          <dgm:bulletEnabled val="1"/>
        </dgm:presLayoutVars>
      </dgm:prSet>
      <dgm:spPr/>
    </dgm:pt>
    <dgm:pt modelId="{F5B1E9A4-2CDE-40D5-BFD0-5D9EC3E97065}" type="pres">
      <dgm:prSet presAssocID="{01FA4A3B-3C3F-4886-B5AD-1BC157293C32}" presName="spaceBetweenRectangles" presStyleCnt="0"/>
      <dgm:spPr/>
    </dgm:pt>
    <dgm:pt modelId="{28F46F52-23F8-4C88-B5E7-E9BB85AE7095}" type="pres">
      <dgm:prSet presAssocID="{200FE5A7-E7C2-47A2-A5C9-B8212FE7D317}" presName="parentLin" presStyleCnt="0"/>
      <dgm:spPr/>
    </dgm:pt>
    <dgm:pt modelId="{677FC069-DC5F-48B5-9020-F4E3176217F7}" type="pres">
      <dgm:prSet presAssocID="{200FE5A7-E7C2-47A2-A5C9-B8212FE7D317}" presName="parentLeftMargin" presStyleLbl="node1" presStyleIdx="4" presStyleCnt="8"/>
      <dgm:spPr/>
    </dgm:pt>
    <dgm:pt modelId="{3F296B62-AF36-4B1C-924F-D10F8007BBA7}" type="pres">
      <dgm:prSet presAssocID="{200FE5A7-E7C2-47A2-A5C9-B8212FE7D317}" presName="parentText" presStyleLbl="node1" presStyleIdx="5" presStyleCnt="8">
        <dgm:presLayoutVars>
          <dgm:chMax val="0"/>
          <dgm:bulletEnabled val="1"/>
        </dgm:presLayoutVars>
      </dgm:prSet>
      <dgm:spPr/>
    </dgm:pt>
    <dgm:pt modelId="{46F39E19-12AF-4BA5-B9B8-A30F67F571A1}" type="pres">
      <dgm:prSet presAssocID="{200FE5A7-E7C2-47A2-A5C9-B8212FE7D317}" presName="negativeSpace" presStyleCnt="0"/>
      <dgm:spPr/>
    </dgm:pt>
    <dgm:pt modelId="{51FC9183-9D2B-487B-B4F9-A85296467B47}" type="pres">
      <dgm:prSet presAssocID="{200FE5A7-E7C2-47A2-A5C9-B8212FE7D317}" presName="childText" presStyleLbl="conFgAcc1" presStyleIdx="5" presStyleCnt="8">
        <dgm:presLayoutVars>
          <dgm:bulletEnabled val="1"/>
        </dgm:presLayoutVars>
      </dgm:prSet>
      <dgm:spPr/>
    </dgm:pt>
    <dgm:pt modelId="{88737282-8365-45B6-85D4-889F5CDAD5A9}" type="pres">
      <dgm:prSet presAssocID="{38B383F8-9664-4784-98CF-801800B54988}" presName="spaceBetweenRectangles" presStyleCnt="0"/>
      <dgm:spPr/>
    </dgm:pt>
    <dgm:pt modelId="{F554A4A1-F2EB-44D9-A5BE-A03F4EBEAD38}" type="pres">
      <dgm:prSet presAssocID="{5B1D2657-C229-4DA9-BFC4-C29CFC68BFC6}" presName="parentLin" presStyleCnt="0"/>
      <dgm:spPr/>
    </dgm:pt>
    <dgm:pt modelId="{79A729AD-24B0-45C9-9CBA-23CCD9F45EB7}" type="pres">
      <dgm:prSet presAssocID="{5B1D2657-C229-4DA9-BFC4-C29CFC68BFC6}" presName="parentLeftMargin" presStyleLbl="node1" presStyleIdx="5" presStyleCnt="8"/>
      <dgm:spPr/>
    </dgm:pt>
    <dgm:pt modelId="{48994C44-B879-4AC3-B408-6FE8FB830322}" type="pres">
      <dgm:prSet presAssocID="{5B1D2657-C229-4DA9-BFC4-C29CFC68BFC6}" presName="parentText" presStyleLbl="node1" presStyleIdx="6" presStyleCnt="8">
        <dgm:presLayoutVars>
          <dgm:chMax val="0"/>
          <dgm:bulletEnabled val="1"/>
        </dgm:presLayoutVars>
      </dgm:prSet>
      <dgm:spPr/>
    </dgm:pt>
    <dgm:pt modelId="{EAEB225A-51FB-4F28-A51D-DA9A69E279E7}" type="pres">
      <dgm:prSet presAssocID="{5B1D2657-C229-4DA9-BFC4-C29CFC68BFC6}" presName="negativeSpace" presStyleCnt="0"/>
      <dgm:spPr/>
    </dgm:pt>
    <dgm:pt modelId="{BF1BA1BA-8881-4C80-A732-8B04639DCE42}" type="pres">
      <dgm:prSet presAssocID="{5B1D2657-C229-4DA9-BFC4-C29CFC68BFC6}" presName="childText" presStyleLbl="conFgAcc1" presStyleIdx="6" presStyleCnt="8">
        <dgm:presLayoutVars>
          <dgm:bulletEnabled val="1"/>
        </dgm:presLayoutVars>
      </dgm:prSet>
      <dgm:spPr/>
    </dgm:pt>
    <dgm:pt modelId="{DF8FD52F-8DF2-4F62-9CB0-7FCC2E564F1F}" type="pres">
      <dgm:prSet presAssocID="{79B96CF4-8FAC-4A5D-8001-64EB9D4C985C}" presName="spaceBetweenRectangles" presStyleCnt="0"/>
      <dgm:spPr/>
    </dgm:pt>
    <dgm:pt modelId="{D0B7FE88-2BDB-43E1-BF2D-569009422330}" type="pres">
      <dgm:prSet presAssocID="{92080512-6343-4F76-BAE4-9BB1D58C84C6}" presName="parentLin" presStyleCnt="0"/>
      <dgm:spPr/>
    </dgm:pt>
    <dgm:pt modelId="{C42E6186-2806-45B9-A6DD-238DD3BF3576}" type="pres">
      <dgm:prSet presAssocID="{92080512-6343-4F76-BAE4-9BB1D58C84C6}" presName="parentLeftMargin" presStyleLbl="node1" presStyleIdx="6" presStyleCnt="8"/>
      <dgm:spPr/>
    </dgm:pt>
    <dgm:pt modelId="{70DCCB68-592C-4027-97CE-2632427506B2}" type="pres">
      <dgm:prSet presAssocID="{92080512-6343-4F76-BAE4-9BB1D58C84C6}" presName="parentText" presStyleLbl="node1" presStyleIdx="7" presStyleCnt="8">
        <dgm:presLayoutVars>
          <dgm:chMax val="0"/>
          <dgm:bulletEnabled val="1"/>
        </dgm:presLayoutVars>
      </dgm:prSet>
      <dgm:spPr/>
    </dgm:pt>
    <dgm:pt modelId="{933631FE-668D-4374-89B9-DDD090F3A9A6}" type="pres">
      <dgm:prSet presAssocID="{92080512-6343-4F76-BAE4-9BB1D58C84C6}" presName="negativeSpace" presStyleCnt="0"/>
      <dgm:spPr/>
    </dgm:pt>
    <dgm:pt modelId="{0FDDAB2E-7F3F-4710-9B09-FC1BA7F3CA52}" type="pres">
      <dgm:prSet presAssocID="{92080512-6343-4F76-BAE4-9BB1D58C84C6}" presName="childText" presStyleLbl="conFgAcc1" presStyleIdx="7" presStyleCnt="8">
        <dgm:presLayoutVars>
          <dgm:bulletEnabled val="1"/>
        </dgm:presLayoutVars>
      </dgm:prSet>
      <dgm:spPr/>
    </dgm:pt>
  </dgm:ptLst>
  <dgm:cxnLst>
    <dgm:cxn modelId="{8F4CF600-3C70-4502-813B-30DC010239E6}" type="presOf" srcId="{9A79348E-7E0E-4E27-8BCF-EBAA0D4DB90E}" destId="{E1A68608-EB56-48C9-9A8B-3FB97038D226}" srcOrd="0" destOrd="0" presId="urn:microsoft.com/office/officeart/2005/8/layout/list1"/>
    <dgm:cxn modelId="{1524DE08-AAD1-49C8-B46E-5A23DD6D7358}" type="presOf" srcId="{B21C1B15-27A7-498B-8366-0807BDBC9178}" destId="{2679AE60-4904-49A7-B7FB-C7A2DEFBFA0D}" srcOrd="0" destOrd="0" presId="urn:microsoft.com/office/officeart/2005/8/layout/list1"/>
    <dgm:cxn modelId="{A9D95010-F477-4D0E-9716-75032804CE48}" type="presOf" srcId="{47E1A4D8-BCA3-459E-907E-BDB5020BF2C3}" destId="{AF255908-6DF7-4DFE-9816-45CE658781BF}" srcOrd="1" destOrd="0" presId="urn:microsoft.com/office/officeart/2005/8/layout/list1"/>
    <dgm:cxn modelId="{9A2EA210-789B-4C7B-BBAC-0AE53D2732F9}" type="presOf" srcId="{51B5CA0D-378C-45C5-9DEF-D45620158E13}" destId="{0FDDAB2E-7F3F-4710-9B09-FC1BA7F3CA52}" srcOrd="0" destOrd="2" presId="urn:microsoft.com/office/officeart/2005/8/layout/list1"/>
    <dgm:cxn modelId="{5BF37D12-ECA6-4D7C-B564-0A20777B68C9}" type="presOf" srcId="{5B1D2657-C229-4DA9-BFC4-C29CFC68BFC6}" destId="{48994C44-B879-4AC3-B408-6FE8FB830322}" srcOrd="1" destOrd="0" presId="urn:microsoft.com/office/officeart/2005/8/layout/list1"/>
    <dgm:cxn modelId="{DB849C12-508E-411A-8598-B3AA5831CA01}" type="presOf" srcId="{156537C8-E49C-4ECD-820A-166816052720}" destId="{3FD8BE3C-22AF-4B41-A930-B5ED4CF1BF83}" srcOrd="0" destOrd="0" presId="urn:microsoft.com/office/officeart/2005/8/layout/list1"/>
    <dgm:cxn modelId="{C7944713-02BD-4BA6-99D1-8621920D6B70}" type="presOf" srcId="{C4A7BF86-D413-43A3-A06A-B2D21A77F3F5}" destId="{0FDDAB2E-7F3F-4710-9B09-FC1BA7F3CA52}" srcOrd="0" destOrd="3" presId="urn:microsoft.com/office/officeart/2005/8/layout/list1"/>
    <dgm:cxn modelId="{C4DAC114-1F14-450D-99A0-9F6AF5BC5BB9}" srcId="{ABF816C5-0140-48F2-B949-7AC0B8A69DE0}" destId="{B21C1B15-27A7-498B-8366-0807BDBC9178}" srcOrd="1" destOrd="0" parTransId="{1137FC8A-3A31-4490-B3C7-BBDDEFBB07C9}" sibTransId="{91EC9979-1658-420D-967E-480A22B282CA}"/>
    <dgm:cxn modelId="{0D8D8B1C-66BC-403F-9A48-1F565D8A1A79}" srcId="{92080512-6343-4F76-BAE4-9BB1D58C84C6}" destId="{77329B7D-7342-46C1-92DA-2C6C0549B98D}" srcOrd="0" destOrd="0" parTransId="{825980FE-6B23-4D7F-BE9B-64B13E865EEC}" sibTransId="{42779C08-BA12-4B91-A455-8ABEC1941FC4}"/>
    <dgm:cxn modelId="{0003092A-6D0E-4831-8CB1-7CF9BE4BE636}" srcId="{92080512-6343-4F76-BAE4-9BB1D58C84C6}" destId="{51B5CA0D-378C-45C5-9DEF-D45620158E13}" srcOrd="2" destOrd="0" parTransId="{2934779D-0BA1-49CB-BF95-5F5B5FF8DB72}" sibTransId="{7111A4FB-EA5F-424A-BC03-FE9140B4FDA2}"/>
    <dgm:cxn modelId="{80C65B3C-719A-43AF-BE6D-8B389EF39451}" srcId="{ABF816C5-0140-48F2-B949-7AC0B8A69DE0}" destId="{030DE5F7-616C-41FC-9EF5-18CBA9C8568B}" srcOrd="2" destOrd="0" parTransId="{35A17747-61CD-4933-AE7C-E99886DBEFC2}" sibTransId="{A3EF0CFB-AE68-4372-AAC4-F5AF15D597B9}"/>
    <dgm:cxn modelId="{01EB5B5D-89F7-4C36-A75E-E70D6386E9AC}" srcId="{92080512-6343-4F76-BAE4-9BB1D58C84C6}" destId="{C4A7BF86-D413-43A3-A06A-B2D21A77F3F5}" srcOrd="3" destOrd="0" parTransId="{AE153D5D-FB14-4E74-A5C5-E2281FFA9AF0}" sibTransId="{1B226653-162D-4AEB-A88C-F5094221EF67}"/>
    <dgm:cxn modelId="{685AAD46-9343-428C-BEEC-AB1353B7884B}" type="presOf" srcId="{200FE5A7-E7C2-47A2-A5C9-B8212FE7D317}" destId="{3F296B62-AF36-4B1C-924F-D10F8007BBA7}" srcOrd="1" destOrd="0" presId="urn:microsoft.com/office/officeart/2005/8/layout/list1"/>
    <dgm:cxn modelId="{86B40655-66C6-4BDA-9F6D-777CD5840DB2}" srcId="{ABF816C5-0140-48F2-B949-7AC0B8A69DE0}" destId="{47E1A4D8-BCA3-459E-907E-BDB5020BF2C3}" srcOrd="4" destOrd="0" parTransId="{AC233362-CF30-41D3-A32C-A8A17E6E16E6}" sibTransId="{01FA4A3B-3C3F-4886-B5AD-1BC157293C32}"/>
    <dgm:cxn modelId="{900BE787-AFD5-4FE4-9C0F-99659C85F764}" srcId="{ABF816C5-0140-48F2-B949-7AC0B8A69DE0}" destId="{5B1D2657-C229-4DA9-BFC4-C29CFC68BFC6}" srcOrd="6" destOrd="0" parTransId="{B93AEF24-D7A0-44B5-894B-09066B4BE4B8}" sibTransId="{79B96CF4-8FAC-4A5D-8001-64EB9D4C985C}"/>
    <dgm:cxn modelId="{917BD98F-ECAE-485C-A75B-1D7AAC13BD26}" srcId="{ABF816C5-0140-48F2-B949-7AC0B8A69DE0}" destId="{200FE5A7-E7C2-47A2-A5C9-B8212FE7D317}" srcOrd="5" destOrd="0" parTransId="{A0ECB941-DA24-4CF2-B280-8F2EFD7D9498}" sibTransId="{38B383F8-9664-4784-98CF-801800B54988}"/>
    <dgm:cxn modelId="{E97E7F90-1FF7-4B99-BA00-37D5B0E81F59}" type="presOf" srcId="{77329B7D-7342-46C1-92DA-2C6C0549B98D}" destId="{0FDDAB2E-7F3F-4710-9B09-FC1BA7F3CA52}" srcOrd="0" destOrd="0" presId="urn:microsoft.com/office/officeart/2005/8/layout/list1"/>
    <dgm:cxn modelId="{E5591793-577A-4545-9F4C-83A912B16244}" type="presOf" srcId="{92080512-6343-4F76-BAE4-9BB1D58C84C6}" destId="{C42E6186-2806-45B9-A6DD-238DD3BF3576}" srcOrd="0" destOrd="0" presId="urn:microsoft.com/office/officeart/2005/8/layout/list1"/>
    <dgm:cxn modelId="{051639A1-C75B-4C14-8820-9D31274D1C58}" srcId="{92080512-6343-4F76-BAE4-9BB1D58C84C6}" destId="{7A883DA7-4ACD-43D8-8EF3-AE743C006361}" srcOrd="1" destOrd="0" parTransId="{38931D5C-45F0-4095-BC92-43BE9D34AB0E}" sibTransId="{AAEA868E-AAF0-49B5-9EBC-D895B47C5BFD}"/>
    <dgm:cxn modelId="{55FC44AE-BF3D-49F4-BF93-78DB5B595047}" type="presOf" srcId="{9A79348E-7E0E-4E27-8BCF-EBAA0D4DB90E}" destId="{03E4F074-4216-406B-A995-5981205DBCF0}" srcOrd="1" destOrd="0" presId="urn:microsoft.com/office/officeart/2005/8/layout/list1"/>
    <dgm:cxn modelId="{CD4AB6B1-2D56-4846-9332-F6D8932DCA16}" type="presOf" srcId="{030DE5F7-616C-41FC-9EF5-18CBA9C8568B}" destId="{041AFFF5-F140-4286-B9C8-52052B659504}" srcOrd="1" destOrd="0" presId="urn:microsoft.com/office/officeart/2005/8/layout/list1"/>
    <dgm:cxn modelId="{4A26DDB4-850F-4D91-8F65-B910AC1BF57C}" srcId="{ABF816C5-0140-48F2-B949-7AC0B8A69DE0}" destId="{9A79348E-7E0E-4E27-8BCF-EBAA0D4DB90E}" srcOrd="0" destOrd="0" parTransId="{99447D0C-514C-4B21-942E-C1EA6CA7FB61}" sibTransId="{569755C6-C301-49EB-A6E4-80D21EBC7215}"/>
    <dgm:cxn modelId="{158519BB-64D4-4F9E-B72C-712775F8B50A}" type="presOf" srcId="{5B1D2657-C229-4DA9-BFC4-C29CFC68BFC6}" destId="{79A729AD-24B0-45C9-9CBA-23CCD9F45EB7}" srcOrd="0" destOrd="0" presId="urn:microsoft.com/office/officeart/2005/8/layout/list1"/>
    <dgm:cxn modelId="{1E1B74BC-0E8E-43B0-BAA8-834CBD96BEC6}" type="presOf" srcId="{47E1A4D8-BCA3-459E-907E-BDB5020BF2C3}" destId="{ECBB490A-D797-451A-B57B-15F69596BDC2}" srcOrd="0" destOrd="0" presId="urn:microsoft.com/office/officeart/2005/8/layout/list1"/>
    <dgm:cxn modelId="{C0D6A3BD-B89E-4B8E-99BF-7B9297CF1658}" srcId="{ABF816C5-0140-48F2-B949-7AC0B8A69DE0}" destId="{156537C8-E49C-4ECD-820A-166816052720}" srcOrd="3" destOrd="0" parTransId="{0EFAF5F1-8F21-4751-A46A-A9C55EF9A833}" sibTransId="{4AEF4790-229A-4EBD-980C-07B646BBC4F5}"/>
    <dgm:cxn modelId="{F7FAEECB-D645-487D-881D-461AC89F41B1}" type="presOf" srcId="{156537C8-E49C-4ECD-820A-166816052720}" destId="{5DB4C59B-BAF8-4D74-AFB9-CFC45EA1ADFA}" srcOrd="1" destOrd="0" presId="urn:microsoft.com/office/officeart/2005/8/layout/list1"/>
    <dgm:cxn modelId="{E4FB4BD8-8EA5-4459-9748-7D1B555751C7}" srcId="{ABF816C5-0140-48F2-B949-7AC0B8A69DE0}" destId="{92080512-6343-4F76-BAE4-9BB1D58C84C6}" srcOrd="7" destOrd="0" parTransId="{C147075B-BFE7-4504-935B-279931729032}" sibTransId="{98C851EA-51B7-41E8-9E4A-83C228C790DF}"/>
    <dgm:cxn modelId="{645D36D9-9A75-4FB1-A9F6-A52024779967}" type="presOf" srcId="{B21C1B15-27A7-498B-8366-0807BDBC9178}" destId="{6964B818-23C9-4A87-8621-49985DBE8B54}" srcOrd="1" destOrd="0" presId="urn:microsoft.com/office/officeart/2005/8/layout/list1"/>
    <dgm:cxn modelId="{1F42F9D9-2A72-465A-9059-F63345B7739A}" type="presOf" srcId="{030DE5F7-616C-41FC-9EF5-18CBA9C8568B}" destId="{CA2BF657-69A3-406D-B5F5-7E6E8EB6524B}" srcOrd="0" destOrd="0" presId="urn:microsoft.com/office/officeart/2005/8/layout/list1"/>
    <dgm:cxn modelId="{9EAF8EE7-24BE-4458-A201-286ABE5AF3DA}" type="presOf" srcId="{200FE5A7-E7C2-47A2-A5C9-B8212FE7D317}" destId="{677FC069-DC5F-48B5-9020-F4E3176217F7}" srcOrd="0" destOrd="0" presId="urn:microsoft.com/office/officeart/2005/8/layout/list1"/>
    <dgm:cxn modelId="{0B0E9BF5-B547-45E7-9B12-500C2D52C70E}" type="presOf" srcId="{92080512-6343-4F76-BAE4-9BB1D58C84C6}" destId="{70DCCB68-592C-4027-97CE-2632427506B2}" srcOrd="1" destOrd="0" presId="urn:microsoft.com/office/officeart/2005/8/layout/list1"/>
    <dgm:cxn modelId="{F800A7F7-66F1-4A0B-BE9D-717C696DC55E}" type="presOf" srcId="{ABF816C5-0140-48F2-B949-7AC0B8A69DE0}" destId="{FBC0A170-DE9F-456B-990A-31FEA13BE30B}" srcOrd="0" destOrd="0" presId="urn:microsoft.com/office/officeart/2005/8/layout/list1"/>
    <dgm:cxn modelId="{6402DFFF-BBAD-49D0-B4F2-C610244BBF42}" type="presOf" srcId="{7A883DA7-4ACD-43D8-8EF3-AE743C006361}" destId="{0FDDAB2E-7F3F-4710-9B09-FC1BA7F3CA52}" srcOrd="0" destOrd="1" presId="urn:microsoft.com/office/officeart/2005/8/layout/list1"/>
    <dgm:cxn modelId="{3374872B-1080-4C30-8C9D-CFA790976490}" type="presParOf" srcId="{FBC0A170-DE9F-456B-990A-31FEA13BE30B}" destId="{0F0ECE23-06AE-4D74-A320-64BD4F5CB13C}" srcOrd="0" destOrd="0" presId="urn:microsoft.com/office/officeart/2005/8/layout/list1"/>
    <dgm:cxn modelId="{8F107EEB-68C4-4F41-9755-7EA16EA343A3}" type="presParOf" srcId="{0F0ECE23-06AE-4D74-A320-64BD4F5CB13C}" destId="{E1A68608-EB56-48C9-9A8B-3FB97038D226}" srcOrd="0" destOrd="0" presId="urn:microsoft.com/office/officeart/2005/8/layout/list1"/>
    <dgm:cxn modelId="{6BE8E962-F21E-49F0-895A-1BE566534F46}" type="presParOf" srcId="{0F0ECE23-06AE-4D74-A320-64BD4F5CB13C}" destId="{03E4F074-4216-406B-A995-5981205DBCF0}" srcOrd="1" destOrd="0" presId="urn:microsoft.com/office/officeart/2005/8/layout/list1"/>
    <dgm:cxn modelId="{672582FB-0F8B-4B80-A20E-DE98C643F361}" type="presParOf" srcId="{FBC0A170-DE9F-456B-990A-31FEA13BE30B}" destId="{ACDC3823-B6F6-4022-923B-5988B9D4B38A}" srcOrd="1" destOrd="0" presId="urn:microsoft.com/office/officeart/2005/8/layout/list1"/>
    <dgm:cxn modelId="{B15AA5C6-B9B7-4818-B97D-983C7A3F9458}" type="presParOf" srcId="{FBC0A170-DE9F-456B-990A-31FEA13BE30B}" destId="{E2EF921A-6CBF-41D0-A68A-2793746C28FE}" srcOrd="2" destOrd="0" presId="urn:microsoft.com/office/officeart/2005/8/layout/list1"/>
    <dgm:cxn modelId="{BF5A5972-A112-442C-8D7A-3AE2281DC810}" type="presParOf" srcId="{FBC0A170-DE9F-456B-990A-31FEA13BE30B}" destId="{C0A43F2D-EDAF-4A9B-A3D5-5AE6CAC69F5B}" srcOrd="3" destOrd="0" presId="urn:microsoft.com/office/officeart/2005/8/layout/list1"/>
    <dgm:cxn modelId="{1A806FA5-2C7B-42A2-A1BB-CA79BD576DBC}" type="presParOf" srcId="{FBC0A170-DE9F-456B-990A-31FEA13BE30B}" destId="{7227BDF7-4EDF-4C09-A128-A4138DEEBDB1}" srcOrd="4" destOrd="0" presId="urn:microsoft.com/office/officeart/2005/8/layout/list1"/>
    <dgm:cxn modelId="{1954C75E-6D3A-4B9E-80F7-54CB74EADDCB}" type="presParOf" srcId="{7227BDF7-4EDF-4C09-A128-A4138DEEBDB1}" destId="{2679AE60-4904-49A7-B7FB-C7A2DEFBFA0D}" srcOrd="0" destOrd="0" presId="urn:microsoft.com/office/officeart/2005/8/layout/list1"/>
    <dgm:cxn modelId="{DCD6DF40-88FA-49D2-84C4-ED85CCBF569A}" type="presParOf" srcId="{7227BDF7-4EDF-4C09-A128-A4138DEEBDB1}" destId="{6964B818-23C9-4A87-8621-49985DBE8B54}" srcOrd="1" destOrd="0" presId="urn:microsoft.com/office/officeart/2005/8/layout/list1"/>
    <dgm:cxn modelId="{80E5DD69-1182-43DD-A59F-60F74A6203BB}" type="presParOf" srcId="{FBC0A170-DE9F-456B-990A-31FEA13BE30B}" destId="{910EE557-35FD-41C3-97AE-723EE4CEDD5F}" srcOrd="5" destOrd="0" presId="urn:microsoft.com/office/officeart/2005/8/layout/list1"/>
    <dgm:cxn modelId="{4CAB69F3-F2DD-4017-A271-808E3EFADCF2}" type="presParOf" srcId="{FBC0A170-DE9F-456B-990A-31FEA13BE30B}" destId="{B05263BA-603F-4FC7-B950-BD8832FE2DAA}" srcOrd="6" destOrd="0" presId="urn:microsoft.com/office/officeart/2005/8/layout/list1"/>
    <dgm:cxn modelId="{4444E11E-BB01-4B91-A231-97A45E3E8835}" type="presParOf" srcId="{FBC0A170-DE9F-456B-990A-31FEA13BE30B}" destId="{5D451AD4-2D2C-4012-B136-03C9100D3661}" srcOrd="7" destOrd="0" presId="urn:microsoft.com/office/officeart/2005/8/layout/list1"/>
    <dgm:cxn modelId="{CBDEFEC2-A147-49E8-815F-8DA73809DE9B}" type="presParOf" srcId="{FBC0A170-DE9F-456B-990A-31FEA13BE30B}" destId="{18565B91-C32B-4D1E-A7BD-34543785FA1F}" srcOrd="8" destOrd="0" presId="urn:microsoft.com/office/officeart/2005/8/layout/list1"/>
    <dgm:cxn modelId="{E0CF913E-FC89-4E57-BBE2-8623F8D7C900}" type="presParOf" srcId="{18565B91-C32B-4D1E-A7BD-34543785FA1F}" destId="{CA2BF657-69A3-406D-B5F5-7E6E8EB6524B}" srcOrd="0" destOrd="0" presId="urn:microsoft.com/office/officeart/2005/8/layout/list1"/>
    <dgm:cxn modelId="{A0CB8653-09EB-456B-A7DF-0B8F9BE0162E}" type="presParOf" srcId="{18565B91-C32B-4D1E-A7BD-34543785FA1F}" destId="{041AFFF5-F140-4286-B9C8-52052B659504}" srcOrd="1" destOrd="0" presId="urn:microsoft.com/office/officeart/2005/8/layout/list1"/>
    <dgm:cxn modelId="{8D2CAEA8-B386-43C6-B388-5BED8DD1948F}" type="presParOf" srcId="{FBC0A170-DE9F-456B-990A-31FEA13BE30B}" destId="{D58017C4-B50B-4F57-B8AA-7284878276D0}" srcOrd="9" destOrd="0" presId="urn:microsoft.com/office/officeart/2005/8/layout/list1"/>
    <dgm:cxn modelId="{1DD8870F-8438-4C23-9693-3697C848A4CE}" type="presParOf" srcId="{FBC0A170-DE9F-456B-990A-31FEA13BE30B}" destId="{9D5FD2E4-7162-43D4-A95B-E61827D3522F}" srcOrd="10" destOrd="0" presId="urn:microsoft.com/office/officeart/2005/8/layout/list1"/>
    <dgm:cxn modelId="{FE7A797E-5495-4D24-BD21-84A411E5F661}" type="presParOf" srcId="{FBC0A170-DE9F-456B-990A-31FEA13BE30B}" destId="{B25E3DA1-3090-4FA8-B8A9-0A07178B11A1}" srcOrd="11" destOrd="0" presId="urn:microsoft.com/office/officeart/2005/8/layout/list1"/>
    <dgm:cxn modelId="{1D9DBD44-95CC-46AF-A619-9895146DB165}" type="presParOf" srcId="{FBC0A170-DE9F-456B-990A-31FEA13BE30B}" destId="{6385FFC4-12E2-420A-8BA2-ACBFEF45DA4C}" srcOrd="12" destOrd="0" presId="urn:microsoft.com/office/officeart/2005/8/layout/list1"/>
    <dgm:cxn modelId="{A7FCBCA3-74EA-4E72-9C41-9B47A2B4300B}" type="presParOf" srcId="{6385FFC4-12E2-420A-8BA2-ACBFEF45DA4C}" destId="{3FD8BE3C-22AF-4B41-A930-B5ED4CF1BF83}" srcOrd="0" destOrd="0" presId="urn:microsoft.com/office/officeart/2005/8/layout/list1"/>
    <dgm:cxn modelId="{FDBD7732-4843-45EE-AA9F-07CEB0D9749A}" type="presParOf" srcId="{6385FFC4-12E2-420A-8BA2-ACBFEF45DA4C}" destId="{5DB4C59B-BAF8-4D74-AFB9-CFC45EA1ADFA}" srcOrd="1" destOrd="0" presId="urn:microsoft.com/office/officeart/2005/8/layout/list1"/>
    <dgm:cxn modelId="{F04AF4EE-AC0E-45A0-9BBB-69D4DB969665}" type="presParOf" srcId="{FBC0A170-DE9F-456B-990A-31FEA13BE30B}" destId="{F7582991-69E2-4197-87E0-FEDCD70C34DF}" srcOrd="13" destOrd="0" presId="urn:microsoft.com/office/officeart/2005/8/layout/list1"/>
    <dgm:cxn modelId="{11C9F376-0AA9-4EED-BC98-87D3ACA56D76}" type="presParOf" srcId="{FBC0A170-DE9F-456B-990A-31FEA13BE30B}" destId="{C7BBBFFD-6299-406B-9FB5-22553AA76F96}" srcOrd="14" destOrd="0" presId="urn:microsoft.com/office/officeart/2005/8/layout/list1"/>
    <dgm:cxn modelId="{DAD6DB01-93B9-4E8F-8067-8001B9BCE1E2}" type="presParOf" srcId="{FBC0A170-DE9F-456B-990A-31FEA13BE30B}" destId="{1B40DD41-CE4B-4A59-91FE-1707947D6129}" srcOrd="15" destOrd="0" presId="urn:microsoft.com/office/officeart/2005/8/layout/list1"/>
    <dgm:cxn modelId="{4405CDF1-8CC7-4C07-9A73-84D49E8FCAE0}" type="presParOf" srcId="{FBC0A170-DE9F-456B-990A-31FEA13BE30B}" destId="{93E13880-DC2A-4D0C-8B77-FCC513A37724}" srcOrd="16" destOrd="0" presId="urn:microsoft.com/office/officeart/2005/8/layout/list1"/>
    <dgm:cxn modelId="{DAAD2E47-4309-4F3E-8D53-8992519644D4}" type="presParOf" srcId="{93E13880-DC2A-4D0C-8B77-FCC513A37724}" destId="{ECBB490A-D797-451A-B57B-15F69596BDC2}" srcOrd="0" destOrd="0" presId="urn:microsoft.com/office/officeart/2005/8/layout/list1"/>
    <dgm:cxn modelId="{A58F9B29-49D9-4665-80F0-085463860E97}" type="presParOf" srcId="{93E13880-DC2A-4D0C-8B77-FCC513A37724}" destId="{AF255908-6DF7-4DFE-9816-45CE658781BF}" srcOrd="1" destOrd="0" presId="urn:microsoft.com/office/officeart/2005/8/layout/list1"/>
    <dgm:cxn modelId="{EDDD421E-9A52-4527-B712-736C069C172F}" type="presParOf" srcId="{FBC0A170-DE9F-456B-990A-31FEA13BE30B}" destId="{4ECB74B7-0C03-43CB-8D1B-B8DE99124C60}" srcOrd="17" destOrd="0" presId="urn:microsoft.com/office/officeart/2005/8/layout/list1"/>
    <dgm:cxn modelId="{1DDBECC9-F9B2-40DB-8A12-A0C238D695D9}" type="presParOf" srcId="{FBC0A170-DE9F-456B-990A-31FEA13BE30B}" destId="{5BEE15F4-BF9F-4E39-991A-A257C716B4F0}" srcOrd="18" destOrd="0" presId="urn:microsoft.com/office/officeart/2005/8/layout/list1"/>
    <dgm:cxn modelId="{993BB7F2-5E63-4A48-B750-849EFCEBC514}" type="presParOf" srcId="{FBC0A170-DE9F-456B-990A-31FEA13BE30B}" destId="{F5B1E9A4-2CDE-40D5-BFD0-5D9EC3E97065}" srcOrd="19" destOrd="0" presId="urn:microsoft.com/office/officeart/2005/8/layout/list1"/>
    <dgm:cxn modelId="{9C46A0D4-6B46-4277-9DD4-E1D16796253A}" type="presParOf" srcId="{FBC0A170-DE9F-456B-990A-31FEA13BE30B}" destId="{28F46F52-23F8-4C88-B5E7-E9BB85AE7095}" srcOrd="20" destOrd="0" presId="urn:microsoft.com/office/officeart/2005/8/layout/list1"/>
    <dgm:cxn modelId="{086BC381-A005-40C6-8E1C-C44D471C05B4}" type="presParOf" srcId="{28F46F52-23F8-4C88-B5E7-E9BB85AE7095}" destId="{677FC069-DC5F-48B5-9020-F4E3176217F7}" srcOrd="0" destOrd="0" presId="urn:microsoft.com/office/officeart/2005/8/layout/list1"/>
    <dgm:cxn modelId="{621FAD4B-781A-4CF3-96C3-789BCC11A3E8}" type="presParOf" srcId="{28F46F52-23F8-4C88-B5E7-E9BB85AE7095}" destId="{3F296B62-AF36-4B1C-924F-D10F8007BBA7}" srcOrd="1" destOrd="0" presId="urn:microsoft.com/office/officeart/2005/8/layout/list1"/>
    <dgm:cxn modelId="{66C7CDBF-DEA6-418C-80D0-51FD286FEAFC}" type="presParOf" srcId="{FBC0A170-DE9F-456B-990A-31FEA13BE30B}" destId="{46F39E19-12AF-4BA5-B9B8-A30F67F571A1}" srcOrd="21" destOrd="0" presId="urn:microsoft.com/office/officeart/2005/8/layout/list1"/>
    <dgm:cxn modelId="{5DFB5576-C3C6-42F0-804A-1FDE52EAA369}" type="presParOf" srcId="{FBC0A170-DE9F-456B-990A-31FEA13BE30B}" destId="{51FC9183-9D2B-487B-B4F9-A85296467B47}" srcOrd="22" destOrd="0" presId="urn:microsoft.com/office/officeart/2005/8/layout/list1"/>
    <dgm:cxn modelId="{F5C4537D-6795-439E-A0E5-A08E529CCA29}" type="presParOf" srcId="{FBC0A170-DE9F-456B-990A-31FEA13BE30B}" destId="{88737282-8365-45B6-85D4-889F5CDAD5A9}" srcOrd="23" destOrd="0" presId="urn:microsoft.com/office/officeart/2005/8/layout/list1"/>
    <dgm:cxn modelId="{BB8A0FA4-4894-4E5E-AB5D-6F71670ABD8C}" type="presParOf" srcId="{FBC0A170-DE9F-456B-990A-31FEA13BE30B}" destId="{F554A4A1-F2EB-44D9-A5BE-A03F4EBEAD38}" srcOrd="24" destOrd="0" presId="urn:microsoft.com/office/officeart/2005/8/layout/list1"/>
    <dgm:cxn modelId="{32DB8A32-DB0B-4E28-B245-491829BA5C11}" type="presParOf" srcId="{F554A4A1-F2EB-44D9-A5BE-A03F4EBEAD38}" destId="{79A729AD-24B0-45C9-9CBA-23CCD9F45EB7}" srcOrd="0" destOrd="0" presId="urn:microsoft.com/office/officeart/2005/8/layout/list1"/>
    <dgm:cxn modelId="{BDD75FC4-4CB1-48CD-989D-D1807B766EF4}" type="presParOf" srcId="{F554A4A1-F2EB-44D9-A5BE-A03F4EBEAD38}" destId="{48994C44-B879-4AC3-B408-6FE8FB830322}" srcOrd="1" destOrd="0" presId="urn:microsoft.com/office/officeart/2005/8/layout/list1"/>
    <dgm:cxn modelId="{A03DC115-C0B2-4D4B-A57F-DDFEC9A8AA05}" type="presParOf" srcId="{FBC0A170-DE9F-456B-990A-31FEA13BE30B}" destId="{EAEB225A-51FB-4F28-A51D-DA9A69E279E7}" srcOrd="25" destOrd="0" presId="urn:microsoft.com/office/officeart/2005/8/layout/list1"/>
    <dgm:cxn modelId="{70589834-4DA1-4EE6-B6C1-7932BECC9B50}" type="presParOf" srcId="{FBC0A170-DE9F-456B-990A-31FEA13BE30B}" destId="{BF1BA1BA-8881-4C80-A732-8B04639DCE42}" srcOrd="26" destOrd="0" presId="urn:microsoft.com/office/officeart/2005/8/layout/list1"/>
    <dgm:cxn modelId="{ADB66249-ECAA-4F93-BF7F-B8B077A61C3A}" type="presParOf" srcId="{FBC0A170-DE9F-456B-990A-31FEA13BE30B}" destId="{DF8FD52F-8DF2-4F62-9CB0-7FCC2E564F1F}" srcOrd="27" destOrd="0" presId="urn:microsoft.com/office/officeart/2005/8/layout/list1"/>
    <dgm:cxn modelId="{8D03A911-BC8C-4980-BD1B-565FBCEB2D7C}" type="presParOf" srcId="{FBC0A170-DE9F-456B-990A-31FEA13BE30B}" destId="{D0B7FE88-2BDB-43E1-BF2D-569009422330}" srcOrd="28" destOrd="0" presId="urn:microsoft.com/office/officeart/2005/8/layout/list1"/>
    <dgm:cxn modelId="{FDE25005-1055-4996-A56D-D286F60267F2}" type="presParOf" srcId="{D0B7FE88-2BDB-43E1-BF2D-569009422330}" destId="{C42E6186-2806-45B9-A6DD-238DD3BF3576}" srcOrd="0" destOrd="0" presId="urn:microsoft.com/office/officeart/2005/8/layout/list1"/>
    <dgm:cxn modelId="{BC553648-BAF8-4D4F-B651-CB9B10B983ED}" type="presParOf" srcId="{D0B7FE88-2BDB-43E1-BF2D-569009422330}" destId="{70DCCB68-592C-4027-97CE-2632427506B2}" srcOrd="1" destOrd="0" presId="urn:microsoft.com/office/officeart/2005/8/layout/list1"/>
    <dgm:cxn modelId="{1D2FA85F-DC07-49AC-8FB9-85E569EB20A1}" type="presParOf" srcId="{FBC0A170-DE9F-456B-990A-31FEA13BE30B}" destId="{933631FE-668D-4374-89B9-DDD090F3A9A6}" srcOrd="29" destOrd="0" presId="urn:microsoft.com/office/officeart/2005/8/layout/list1"/>
    <dgm:cxn modelId="{F895513C-6C13-4B13-B1A5-8C2C34412D43}" type="presParOf" srcId="{FBC0A170-DE9F-456B-990A-31FEA13BE30B}" destId="{0FDDAB2E-7F3F-4710-9B09-FC1BA7F3CA52}" srcOrd="3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EF921A-6CBF-41D0-A68A-2793746C28FE}">
      <dsp:nvSpPr>
        <dsp:cNvPr id="0" name=""/>
        <dsp:cNvSpPr/>
      </dsp:nvSpPr>
      <dsp:spPr>
        <a:xfrm>
          <a:off x="0" y="745224"/>
          <a:ext cx="7162496"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E4F074-4216-406B-A995-5981205DBCF0}">
      <dsp:nvSpPr>
        <dsp:cNvPr id="0" name=""/>
        <dsp:cNvSpPr/>
      </dsp:nvSpPr>
      <dsp:spPr>
        <a:xfrm>
          <a:off x="358124" y="597624"/>
          <a:ext cx="5013747"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9508" tIns="0" rIns="189508" bIns="0" numCol="1" spcCol="1270" anchor="ctr" anchorCtr="0">
          <a:noAutofit/>
        </a:bodyPr>
        <a:lstStyle/>
        <a:p>
          <a:pPr marL="0" lvl="0" indent="0" algn="l" defTabSz="444500">
            <a:lnSpc>
              <a:spcPct val="90000"/>
            </a:lnSpc>
            <a:spcBef>
              <a:spcPct val="0"/>
            </a:spcBef>
            <a:spcAft>
              <a:spcPct val="35000"/>
            </a:spcAft>
            <a:buNone/>
          </a:pPr>
          <a:r>
            <a:rPr lang="en-GB" sz="1000" kern="1200"/>
            <a:t>Data Collection </a:t>
          </a:r>
          <a:endParaRPr lang="en-US" sz="1000" kern="1200"/>
        </a:p>
      </dsp:txBody>
      <dsp:txXfrm>
        <a:off x="372534" y="612034"/>
        <a:ext cx="4984927" cy="266380"/>
      </dsp:txXfrm>
    </dsp:sp>
    <dsp:sp modelId="{B05263BA-603F-4FC7-B950-BD8832FE2DAA}">
      <dsp:nvSpPr>
        <dsp:cNvPr id="0" name=""/>
        <dsp:cNvSpPr/>
      </dsp:nvSpPr>
      <dsp:spPr>
        <a:xfrm>
          <a:off x="0" y="1198824"/>
          <a:ext cx="7162496"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64B818-23C9-4A87-8621-49985DBE8B54}">
      <dsp:nvSpPr>
        <dsp:cNvPr id="0" name=""/>
        <dsp:cNvSpPr/>
      </dsp:nvSpPr>
      <dsp:spPr>
        <a:xfrm>
          <a:off x="358124" y="1051224"/>
          <a:ext cx="5013747"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9508" tIns="0" rIns="189508" bIns="0" numCol="1" spcCol="1270" anchor="ctr" anchorCtr="0">
          <a:noAutofit/>
        </a:bodyPr>
        <a:lstStyle/>
        <a:p>
          <a:pPr marL="0" lvl="0" indent="0" algn="l" defTabSz="444500">
            <a:lnSpc>
              <a:spcPct val="90000"/>
            </a:lnSpc>
            <a:spcBef>
              <a:spcPct val="0"/>
            </a:spcBef>
            <a:spcAft>
              <a:spcPct val="35000"/>
            </a:spcAft>
            <a:buNone/>
          </a:pPr>
          <a:r>
            <a:rPr lang="en-GB" sz="1000" kern="1200"/>
            <a:t>Handling Null Values</a:t>
          </a:r>
          <a:endParaRPr lang="en-US" sz="1000" kern="1200"/>
        </a:p>
      </dsp:txBody>
      <dsp:txXfrm>
        <a:off x="372534" y="1065634"/>
        <a:ext cx="4984927" cy="266380"/>
      </dsp:txXfrm>
    </dsp:sp>
    <dsp:sp modelId="{9D5FD2E4-7162-43D4-A95B-E61827D3522F}">
      <dsp:nvSpPr>
        <dsp:cNvPr id="0" name=""/>
        <dsp:cNvSpPr/>
      </dsp:nvSpPr>
      <dsp:spPr>
        <a:xfrm>
          <a:off x="0" y="1652424"/>
          <a:ext cx="7162496"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1AFFF5-F140-4286-B9C8-52052B659504}">
      <dsp:nvSpPr>
        <dsp:cNvPr id="0" name=""/>
        <dsp:cNvSpPr/>
      </dsp:nvSpPr>
      <dsp:spPr>
        <a:xfrm>
          <a:off x="358124" y="1504824"/>
          <a:ext cx="5013747"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9508" tIns="0" rIns="189508" bIns="0" numCol="1" spcCol="1270" anchor="ctr" anchorCtr="0">
          <a:noAutofit/>
        </a:bodyPr>
        <a:lstStyle/>
        <a:p>
          <a:pPr marL="0" lvl="0" indent="0" algn="l" defTabSz="444500">
            <a:lnSpc>
              <a:spcPct val="90000"/>
            </a:lnSpc>
            <a:spcBef>
              <a:spcPct val="0"/>
            </a:spcBef>
            <a:spcAft>
              <a:spcPct val="35000"/>
            </a:spcAft>
            <a:buNone/>
          </a:pPr>
          <a:r>
            <a:rPr lang="en-GB" sz="1000" kern="1200"/>
            <a:t>Removing Outlier values</a:t>
          </a:r>
          <a:endParaRPr lang="en-US" sz="1000" kern="1200"/>
        </a:p>
      </dsp:txBody>
      <dsp:txXfrm>
        <a:off x="372534" y="1519234"/>
        <a:ext cx="4984927" cy="266380"/>
      </dsp:txXfrm>
    </dsp:sp>
    <dsp:sp modelId="{C7BBBFFD-6299-406B-9FB5-22553AA76F96}">
      <dsp:nvSpPr>
        <dsp:cNvPr id="0" name=""/>
        <dsp:cNvSpPr/>
      </dsp:nvSpPr>
      <dsp:spPr>
        <a:xfrm>
          <a:off x="0" y="2106024"/>
          <a:ext cx="7162496"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DB4C59B-BAF8-4D74-AFB9-CFC45EA1ADFA}">
      <dsp:nvSpPr>
        <dsp:cNvPr id="0" name=""/>
        <dsp:cNvSpPr/>
      </dsp:nvSpPr>
      <dsp:spPr>
        <a:xfrm>
          <a:off x="358124" y="1958424"/>
          <a:ext cx="5013747"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9508" tIns="0" rIns="189508" bIns="0" numCol="1" spcCol="1270" anchor="ctr" anchorCtr="0">
          <a:noAutofit/>
        </a:bodyPr>
        <a:lstStyle/>
        <a:p>
          <a:pPr marL="0" lvl="0" indent="0" algn="l" defTabSz="444500">
            <a:lnSpc>
              <a:spcPct val="90000"/>
            </a:lnSpc>
            <a:spcBef>
              <a:spcPct val="0"/>
            </a:spcBef>
            <a:spcAft>
              <a:spcPct val="35000"/>
            </a:spcAft>
            <a:buNone/>
          </a:pPr>
          <a:r>
            <a:rPr lang="en-GB" sz="1000" kern="1200"/>
            <a:t>2. Data Preprocessing</a:t>
          </a:r>
          <a:endParaRPr lang="en-US" sz="1000" kern="1200"/>
        </a:p>
      </dsp:txBody>
      <dsp:txXfrm>
        <a:off x="372534" y="1972834"/>
        <a:ext cx="4984927" cy="266380"/>
      </dsp:txXfrm>
    </dsp:sp>
    <dsp:sp modelId="{5BEE15F4-BF9F-4E39-991A-A257C716B4F0}">
      <dsp:nvSpPr>
        <dsp:cNvPr id="0" name=""/>
        <dsp:cNvSpPr/>
      </dsp:nvSpPr>
      <dsp:spPr>
        <a:xfrm>
          <a:off x="0" y="2559624"/>
          <a:ext cx="7162496"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255908-6DF7-4DFE-9816-45CE658781BF}">
      <dsp:nvSpPr>
        <dsp:cNvPr id="0" name=""/>
        <dsp:cNvSpPr/>
      </dsp:nvSpPr>
      <dsp:spPr>
        <a:xfrm>
          <a:off x="358124" y="2412024"/>
          <a:ext cx="5013747"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9508" tIns="0" rIns="189508" bIns="0" numCol="1" spcCol="1270" anchor="ctr" anchorCtr="0">
          <a:noAutofit/>
        </a:bodyPr>
        <a:lstStyle/>
        <a:p>
          <a:pPr marL="0" lvl="0" indent="0" algn="l" defTabSz="444500">
            <a:lnSpc>
              <a:spcPct val="90000"/>
            </a:lnSpc>
            <a:spcBef>
              <a:spcPct val="0"/>
            </a:spcBef>
            <a:spcAft>
              <a:spcPct val="35000"/>
            </a:spcAft>
            <a:buNone/>
          </a:pPr>
          <a:r>
            <a:rPr lang="en-GB" sz="1000" kern="1200"/>
            <a:t>3. Model Development</a:t>
          </a:r>
          <a:endParaRPr lang="en-US" sz="1000" kern="1200"/>
        </a:p>
      </dsp:txBody>
      <dsp:txXfrm>
        <a:off x="372534" y="2426434"/>
        <a:ext cx="4984927" cy="266380"/>
      </dsp:txXfrm>
    </dsp:sp>
    <dsp:sp modelId="{51FC9183-9D2B-487B-B4F9-A85296467B47}">
      <dsp:nvSpPr>
        <dsp:cNvPr id="0" name=""/>
        <dsp:cNvSpPr/>
      </dsp:nvSpPr>
      <dsp:spPr>
        <a:xfrm>
          <a:off x="0" y="3013224"/>
          <a:ext cx="7162496"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F296B62-AF36-4B1C-924F-D10F8007BBA7}">
      <dsp:nvSpPr>
        <dsp:cNvPr id="0" name=""/>
        <dsp:cNvSpPr/>
      </dsp:nvSpPr>
      <dsp:spPr>
        <a:xfrm>
          <a:off x="358124" y="2865624"/>
          <a:ext cx="5013747"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9508" tIns="0" rIns="189508" bIns="0" numCol="1" spcCol="1270" anchor="ctr" anchorCtr="0">
          <a:noAutofit/>
        </a:bodyPr>
        <a:lstStyle/>
        <a:p>
          <a:pPr marL="0" lvl="0" indent="0" algn="l" defTabSz="444500">
            <a:lnSpc>
              <a:spcPct val="90000"/>
            </a:lnSpc>
            <a:spcBef>
              <a:spcPct val="0"/>
            </a:spcBef>
            <a:spcAft>
              <a:spcPct val="35000"/>
            </a:spcAft>
            <a:buNone/>
          </a:pPr>
          <a:r>
            <a:rPr lang="en-GB" sz="1000" kern="1200"/>
            <a:t>4. Cosine Similarity</a:t>
          </a:r>
          <a:endParaRPr lang="en-US" sz="1000" kern="1200"/>
        </a:p>
      </dsp:txBody>
      <dsp:txXfrm>
        <a:off x="372534" y="2880034"/>
        <a:ext cx="4984927" cy="266380"/>
      </dsp:txXfrm>
    </dsp:sp>
    <dsp:sp modelId="{BF1BA1BA-8881-4C80-A732-8B04639DCE42}">
      <dsp:nvSpPr>
        <dsp:cNvPr id="0" name=""/>
        <dsp:cNvSpPr/>
      </dsp:nvSpPr>
      <dsp:spPr>
        <a:xfrm>
          <a:off x="0" y="3466824"/>
          <a:ext cx="7162496" cy="252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994C44-B879-4AC3-B408-6FE8FB830322}">
      <dsp:nvSpPr>
        <dsp:cNvPr id="0" name=""/>
        <dsp:cNvSpPr/>
      </dsp:nvSpPr>
      <dsp:spPr>
        <a:xfrm>
          <a:off x="358124" y="3319224"/>
          <a:ext cx="5013747"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9508" tIns="0" rIns="189508" bIns="0" numCol="1" spcCol="1270" anchor="ctr" anchorCtr="0">
          <a:noAutofit/>
        </a:bodyPr>
        <a:lstStyle/>
        <a:p>
          <a:pPr marL="0" lvl="0" indent="0" algn="l" defTabSz="444500">
            <a:lnSpc>
              <a:spcPct val="90000"/>
            </a:lnSpc>
            <a:spcBef>
              <a:spcPct val="0"/>
            </a:spcBef>
            <a:spcAft>
              <a:spcPct val="35000"/>
            </a:spcAft>
            <a:buNone/>
          </a:pPr>
          <a:r>
            <a:rPr lang="en-GB" sz="1000" kern="1200"/>
            <a:t>5. KNN, RFM Algorithm</a:t>
          </a:r>
          <a:endParaRPr lang="en-US" sz="1000" kern="1200"/>
        </a:p>
      </dsp:txBody>
      <dsp:txXfrm>
        <a:off x="372534" y="3333634"/>
        <a:ext cx="4984927" cy="266380"/>
      </dsp:txXfrm>
    </dsp:sp>
    <dsp:sp modelId="{0FDDAB2E-7F3F-4710-9B09-FC1BA7F3CA52}">
      <dsp:nvSpPr>
        <dsp:cNvPr id="0" name=""/>
        <dsp:cNvSpPr/>
      </dsp:nvSpPr>
      <dsp:spPr>
        <a:xfrm>
          <a:off x="0" y="3920424"/>
          <a:ext cx="7162496" cy="9135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55889" tIns="208280" rIns="555889" bIns="71120" numCol="1" spcCol="1270" anchor="t" anchorCtr="0">
          <a:noAutofit/>
        </a:bodyPr>
        <a:lstStyle/>
        <a:p>
          <a:pPr marL="57150" lvl="1" indent="-57150" algn="l" defTabSz="444500">
            <a:lnSpc>
              <a:spcPct val="90000"/>
            </a:lnSpc>
            <a:spcBef>
              <a:spcPct val="0"/>
            </a:spcBef>
            <a:spcAft>
              <a:spcPct val="15000"/>
            </a:spcAft>
            <a:buChar char="•"/>
          </a:pPr>
          <a:r>
            <a:rPr lang="en-GB" sz="1000" kern="1200"/>
            <a:t>Bench employee statistics</a:t>
          </a:r>
          <a:endParaRPr lang="en-US" sz="1000" kern="1200"/>
        </a:p>
        <a:p>
          <a:pPr marL="57150" lvl="1" indent="-57150" algn="l" defTabSz="444500">
            <a:lnSpc>
              <a:spcPct val="90000"/>
            </a:lnSpc>
            <a:spcBef>
              <a:spcPct val="0"/>
            </a:spcBef>
            <a:spcAft>
              <a:spcPct val="15000"/>
            </a:spcAft>
            <a:buChar char="•"/>
          </a:pPr>
          <a:r>
            <a:rPr lang="en-GB" sz="1000" kern="1200"/>
            <a:t>Skill gap analysis</a:t>
          </a:r>
          <a:endParaRPr lang="en-US" sz="1000" kern="1200"/>
        </a:p>
        <a:p>
          <a:pPr marL="57150" lvl="1" indent="-57150" algn="l" defTabSz="444500">
            <a:lnSpc>
              <a:spcPct val="90000"/>
            </a:lnSpc>
            <a:spcBef>
              <a:spcPct val="0"/>
            </a:spcBef>
            <a:spcAft>
              <a:spcPct val="15000"/>
            </a:spcAft>
            <a:buChar char="•"/>
          </a:pPr>
          <a:r>
            <a:rPr lang="en-GB" sz="1000" kern="1200"/>
            <a:t>Project–employee match recommendations</a:t>
          </a:r>
          <a:endParaRPr lang="en-US" sz="1000" kern="1200"/>
        </a:p>
        <a:p>
          <a:pPr marL="57150" lvl="1" indent="-57150" algn="l" defTabSz="444500">
            <a:lnSpc>
              <a:spcPct val="90000"/>
            </a:lnSpc>
            <a:spcBef>
              <a:spcPct val="0"/>
            </a:spcBef>
            <a:spcAft>
              <a:spcPct val="15000"/>
            </a:spcAft>
            <a:buChar char="•"/>
          </a:pPr>
          <a:r>
            <a:rPr lang="en-GB" sz="1000" kern="1200"/>
            <a:t>Workforce utilisation metrics Evaluation</a:t>
          </a:r>
          <a:endParaRPr lang="en-US" sz="1000" kern="1200"/>
        </a:p>
      </dsp:txBody>
      <dsp:txXfrm>
        <a:off x="0" y="3920424"/>
        <a:ext cx="7162496" cy="913500"/>
      </dsp:txXfrm>
    </dsp:sp>
    <dsp:sp modelId="{70DCCB68-592C-4027-97CE-2632427506B2}">
      <dsp:nvSpPr>
        <dsp:cNvPr id="0" name=""/>
        <dsp:cNvSpPr/>
      </dsp:nvSpPr>
      <dsp:spPr>
        <a:xfrm>
          <a:off x="358124" y="3772824"/>
          <a:ext cx="5013747" cy="295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9508" tIns="0" rIns="189508" bIns="0" numCol="1" spcCol="1270" anchor="ctr" anchorCtr="0">
          <a:noAutofit/>
        </a:bodyPr>
        <a:lstStyle/>
        <a:p>
          <a:pPr marL="0" lvl="0" indent="0" algn="l" defTabSz="444500">
            <a:lnSpc>
              <a:spcPct val="90000"/>
            </a:lnSpc>
            <a:spcBef>
              <a:spcPct val="0"/>
            </a:spcBef>
            <a:spcAft>
              <a:spcPct val="35000"/>
            </a:spcAft>
            <a:buNone/>
          </a:pPr>
          <a:r>
            <a:rPr lang="en-GB" sz="1000" kern="1200"/>
            <a:t>6. Predictive analytics to identify future resource needsVisualization &amp; Dashboard</a:t>
          </a:r>
          <a:endParaRPr lang="en-US" sz="1000" kern="1200"/>
        </a:p>
      </dsp:txBody>
      <dsp:txXfrm>
        <a:off x="372534" y="3787234"/>
        <a:ext cx="4984927" cy="26638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17/04/2026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17/04/2026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17/04/2026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17/04/2026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sv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194716" y="739978"/>
            <a:ext cx="5334930" cy="3004145"/>
          </a:xfrm>
        </p:spPr>
        <p:txBody>
          <a:bodyPr>
            <a:normAutofit/>
          </a:bodyPr>
          <a:lstStyle/>
          <a:p>
            <a:r>
              <a:rPr lang="en-GB" sz="5600" b="1">
                <a:ea typeface="+mj-lt"/>
                <a:cs typeface="+mj-lt"/>
              </a:rPr>
              <a:t>Resource Project Planning Systems</a:t>
            </a:r>
            <a:endParaRPr lang="en-US" sz="5600"/>
          </a:p>
          <a:p>
            <a:r>
              <a:rPr lang="en-GB" sz="2400">
                <a:latin typeface="Aptos"/>
              </a:rPr>
              <a:t>Zeroth Review Report</a:t>
            </a:r>
            <a:endParaRPr lang="en-GB"/>
          </a:p>
        </p:txBody>
      </p:sp>
      <p:sp>
        <p:nvSpPr>
          <p:cNvPr id="3" name="Subtitle 2"/>
          <p:cNvSpPr>
            <a:spLocks noGrp="1"/>
          </p:cNvSpPr>
          <p:nvPr>
            <p:ph type="subTitle" idx="1"/>
          </p:nvPr>
        </p:nvSpPr>
        <p:spPr>
          <a:xfrm>
            <a:off x="6194715" y="3836197"/>
            <a:ext cx="5334931" cy="2189214"/>
          </a:xfrm>
        </p:spPr>
        <p:txBody>
          <a:bodyPr vert="horz" lIns="91440" tIns="45720" rIns="91440" bIns="45720" rtlCol="0" anchor="t">
            <a:normAutofit/>
          </a:bodyPr>
          <a:lstStyle/>
          <a:p>
            <a:r>
              <a:rPr lang="en-GB" b="1">
                <a:ea typeface="+mn-lt"/>
                <a:cs typeface="+mn-lt"/>
              </a:rPr>
              <a:t>Prepared By:</a:t>
            </a:r>
            <a:r>
              <a:rPr lang="en-GB">
                <a:ea typeface="+mn-lt"/>
                <a:cs typeface="+mn-lt"/>
              </a:rPr>
              <a:t> Akansha Rana</a:t>
            </a:r>
            <a:endParaRPr lang="en-US"/>
          </a:p>
          <a:p>
            <a:r>
              <a:rPr lang="en-GB" b="1" dirty="0"/>
              <a:t>Presented Date: </a:t>
            </a:r>
            <a:r>
              <a:rPr lang="en-GB"/>
              <a:t>28/Mar/2026</a:t>
            </a:r>
          </a:p>
          <a:p>
            <a:r>
              <a:rPr lang="en-GB" b="1" dirty="0" err="1"/>
              <a:t>Prested</a:t>
            </a:r>
            <a:r>
              <a:rPr lang="en-GB" b="1" dirty="0"/>
              <a:t> To: </a:t>
            </a:r>
            <a:r>
              <a:rPr lang="en-GB" dirty="0"/>
              <a:t>Murli S vit</a:t>
            </a:r>
          </a:p>
        </p:txBody>
      </p:sp>
      <p:sp>
        <p:nvSpPr>
          <p:cNvPr id="37" name="Freeform: Shape 27">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29">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40" name="Freeform: Shape 31">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4" name="Picture 3" descr="A hexagon shaped object with green lines&#10;&#10;AI-generated content may be incorrect.">
            <a:extLst>
              <a:ext uri="{FF2B5EF4-FFF2-40B4-BE49-F238E27FC236}">
                <a16:creationId xmlns:a16="http://schemas.microsoft.com/office/drawing/2014/main" id="{ED8EE406-1E18-C5C1-8CE0-9A1E05C4AF81}"/>
              </a:ext>
            </a:extLst>
          </p:cNvPr>
          <p:cNvPicPr>
            <a:picLocks noChangeAspect="1"/>
          </p:cNvPicPr>
          <p:nvPr/>
        </p:nvPicPr>
        <p:blipFill>
          <a:blip r:embed="rId2"/>
          <a:srcRect l="7307" r="5193"/>
          <a:stretch>
            <a:fillRect/>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38" name="Freeform: Shape 37">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A927544-C294-022C-0613-42784A40A2D1}"/>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Project Contents</a:t>
            </a:r>
            <a:endParaRPr lang="en-US" sz="4000" kern="1200">
              <a:solidFill>
                <a:srgbClr val="FFFFFF"/>
              </a:solidFill>
              <a:latin typeface="+mj-lt"/>
              <a:ea typeface="+mj-ea"/>
              <a:cs typeface="+mj-cs"/>
            </a:endParaRPr>
          </a:p>
        </p:txBody>
      </p:sp>
      <p:sp>
        <p:nvSpPr>
          <p:cNvPr id="6" name="TextBox 5">
            <a:extLst>
              <a:ext uri="{FF2B5EF4-FFF2-40B4-BE49-F238E27FC236}">
                <a16:creationId xmlns:a16="http://schemas.microsoft.com/office/drawing/2014/main" id="{B76A1D35-B871-1F4C-C9A9-6580C153205C}"/>
              </a:ext>
            </a:extLst>
          </p:cNvPr>
          <p:cNvSpPr txBox="1"/>
          <p:nvPr/>
        </p:nvSpPr>
        <p:spPr>
          <a:xfrm>
            <a:off x="6503158" y="649480"/>
            <a:ext cx="4862447" cy="554604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endParaRPr lang="en-US" sz="1700" b="1"/>
          </a:p>
          <a:p>
            <a:pPr>
              <a:lnSpc>
                <a:spcPct val="90000"/>
              </a:lnSpc>
              <a:spcAft>
                <a:spcPts val="600"/>
              </a:spcAft>
            </a:pPr>
            <a:r>
              <a:rPr lang="en-US" sz="1700" b="1"/>
              <a:t>1. Problem Identification &amp; Relevance</a:t>
            </a:r>
            <a:r>
              <a:rPr lang="en-US" sz="1700"/>
              <a:t>​</a:t>
            </a:r>
            <a:br>
              <a:rPr lang="en-US" sz="1700" dirty="0"/>
            </a:br>
            <a:r>
              <a:rPr lang="en-US" sz="1700"/>
              <a:t>  Problem Statement​</a:t>
            </a:r>
          </a:p>
          <a:p>
            <a:pPr>
              <a:lnSpc>
                <a:spcPct val="90000"/>
              </a:lnSpc>
              <a:spcAft>
                <a:spcPts val="600"/>
              </a:spcAft>
            </a:pPr>
            <a:r>
              <a:rPr lang="en-US" sz="1700" dirty="0"/>
              <a:t> Relevance to Industry and </a:t>
            </a:r>
            <a:r>
              <a:rPr lang="en-US" sz="1700" dirty="0" err="1"/>
              <a:t>Specialisation</a:t>
            </a:r>
            <a:r>
              <a:rPr lang="en-US" sz="1700" dirty="0"/>
              <a:t>​</a:t>
            </a:r>
            <a:endParaRPr lang="en-US"/>
          </a:p>
          <a:p>
            <a:pPr>
              <a:lnSpc>
                <a:spcPct val="90000"/>
              </a:lnSpc>
              <a:spcAft>
                <a:spcPts val="600"/>
              </a:spcAft>
            </a:pPr>
            <a:r>
              <a:rPr lang="en-US" sz="1700" b="1"/>
              <a:t>2. Objectives &amp; Scope​</a:t>
            </a:r>
            <a:br>
              <a:rPr lang="en-US" sz="1700" dirty="0"/>
            </a:br>
            <a:r>
              <a:rPr lang="en-US" sz="1700"/>
              <a:t>      Objectives​</a:t>
            </a:r>
            <a:br>
              <a:rPr lang="en-US" sz="1700" dirty="0"/>
            </a:br>
            <a:r>
              <a:rPr lang="en-US" sz="1700"/>
              <a:t>       Scope of the Study​</a:t>
            </a:r>
            <a:br>
              <a:rPr lang="en-US" sz="1700" dirty="0"/>
            </a:br>
            <a:r>
              <a:rPr lang="en-US" sz="1700"/>
              <a:t>       In scope</a:t>
            </a:r>
            <a:br>
              <a:rPr lang="en-US" sz="1700" dirty="0"/>
            </a:br>
            <a:r>
              <a:rPr lang="en-US" sz="1700"/>
              <a:t>       Out of the scope</a:t>
            </a:r>
          </a:p>
          <a:p>
            <a:pPr indent="-228600">
              <a:lnSpc>
                <a:spcPct val="90000"/>
              </a:lnSpc>
              <a:spcAft>
                <a:spcPts val="600"/>
              </a:spcAft>
              <a:buFont typeface="Arial" panose="020B0604020202020204" pitchFamily="34" charset="0"/>
              <a:buChar char="•"/>
            </a:pPr>
            <a:r>
              <a:rPr lang="en-US" sz="1700" dirty="0"/>
              <a:t>       </a:t>
            </a:r>
            <a:r>
              <a:rPr lang="en-US" sz="1700" dirty="0" err="1"/>
              <a:t>Architure</a:t>
            </a:r>
            <a:r>
              <a:rPr lang="en-US" sz="1700" dirty="0"/>
              <a:t> Diagram </a:t>
            </a:r>
          </a:p>
          <a:p>
            <a:pPr indent="-228600">
              <a:lnSpc>
                <a:spcPct val="90000"/>
              </a:lnSpc>
              <a:spcAft>
                <a:spcPts val="600"/>
              </a:spcAft>
              <a:buFont typeface="Arial" panose="020B0604020202020204" pitchFamily="34" charset="0"/>
              <a:buChar char="•"/>
            </a:pPr>
            <a:r>
              <a:rPr lang="en-US" sz="1700"/>
              <a:t>       Flow Diagram</a:t>
            </a:r>
          </a:p>
          <a:p>
            <a:pPr indent="-228600">
              <a:lnSpc>
                <a:spcPct val="90000"/>
              </a:lnSpc>
              <a:spcAft>
                <a:spcPts val="600"/>
              </a:spcAft>
              <a:buFont typeface="Arial" panose="020B0604020202020204" pitchFamily="34" charset="0"/>
              <a:buChar char="•"/>
            </a:pPr>
            <a:r>
              <a:rPr lang="en-US" sz="1700"/>
              <a:t>       Process Diagram</a:t>
            </a:r>
          </a:p>
          <a:p>
            <a:pPr>
              <a:lnSpc>
                <a:spcPct val="90000"/>
              </a:lnSpc>
              <a:spcAft>
                <a:spcPts val="600"/>
              </a:spcAft>
            </a:pPr>
            <a:r>
              <a:rPr lang="en-US" sz="1700" b="1"/>
              <a:t>3. Methodology / Approach​</a:t>
            </a:r>
          </a:p>
          <a:p>
            <a:pPr>
              <a:lnSpc>
                <a:spcPct val="90000"/>
              </a:lnSpc>
              <a:spcAft>
                <a:spcPts val="600"/>
              </a:spcAft>
            </a:pPr>
            <a:r>
              <a:rPr lang="en-US" sz="1700" dirty="0"/>
              <a:t>Data Collection​</a:t>
            </a:r>
            <a:br>
              <a:rPr lang="en-US" sz="1700" dirty="0"/>
            </a:br>
            <a:r>
              <a:rPr lang="en-US" sz="1700" dirty="0"/>
              <a:t>Data Preprocessing​</a:t>
            </a:r>
            <a:br>
              <a:rPr lang="en-US" sz="1700" dirty="0"/>
            </a:br>
            <a:r>
              <a:rPr lang="en-US" sz="1700" dirty="0"/>
              <a:t>Data Analysis​</a:t>
            </a:r>
            <a:br>
              <a:rPr lang="en-US" sz="1700" dirty="0"/>
            </a:br>
            <a:r>
              <a:rPr lang="en-US" sz="1700" dirty="0"/>
              <a:t>Model Development​</a:t>
            </a:r>
            <a:br>
              <a:rPr lang="en-US" sz="1700" dirty="0"/>
            </a:br>
            <a:r>
              <a:rPr lang="en-US" sz="1700" dirty="0" err="1"/>
              <a:t>Visualisation</a:t>
            </a:r>
            <a:r>
              <a:rPr lang="en-US" sz="1700" dirty="0"/>
              <a:t> &amp; Dashboard​</a:t>
            </a:r>
            <a:br>
              <a:rPr lang="en-US" sz="1700" dirty="0"/>
            </a:br>
            <a:r>
              <a:rPr lang="en-US" sz="1700" dirty="0"/>
              <a:t>Evaluation Metric</a:t>
            </a:r>
          </a:p>
          <a:p>
            <a:pPr indent="-228600">
              <a:lnSpc>
                <a:spcPct val="90000"/>
              </a:lnSpc>
              <a:spcAft>
                <a:spcPts val="600"/>
              </a:spcAft>
              <a:buFont typeface="Arial" panose="020B0604020202020204" pitchFamily="34" charset="0"/>
              <a:buChar char="•"/>
            </a:pPr>
            <a:endParaRPr lang="en-US" sz="1700"/>
          </a:p>
        </p:txBody>
      </p:sp>
    </p:spTree>
    <p:extLst>
      <p:ext uri="{BB962C8B-B14F-4D97-AF65-F5344CB8AC3E}">
        <p14:creationId xmlns:p14="http://schemas.microsoft.com/office/powerpoint/2010/main" val="944943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6FDDCE-1986-F4AE-A81A-6B8155EED638}"/>
              </a:ext>
            </a:extLst>
          </p:cNvPr>
          <p:cNvSpPr>
            <a:spLocks noGrp="1"/>
          </p:cNvSpPr>
          <p:nvPr>
            <p:ph type="title"/>
          </p:nvPr>
        </p:nvSpPr>
        <p:spPr>
          <a:xfrm>
            <a:off x="410066" y="258669"/>
            <a:ext cx="5297743" cy="1454051"/>
          </a:xfrm>
        </p:spPr>
        <p:txBody>
          <a:bodyPr>
            <a:normAutofit/>
          </a:bodyPr>
          <a:lstStyle/>
          <a:p>
            <a:r>
              <a:rPr lang="en-US" sz="3300" b="1">
                <a:solidFill>
                  <a:schemeClr val="tx2"/>
                </a:solidFill>
                <a:latin typeface="Aptos"/>
              </a:rPr>
              <a:t>Problem Identification &amp; Relevance</a:t>
            </a:r>
            <a:r>
              <a:rPr lang="en-US" sz="3300">
                <a:solidFill>
                  <a:schemeClr val="tx2"/>
                </a:solidFill>
                <a:latin typeface="Aptos"/>
              </a:rPr>
              <a:t> </a:t>
            </a:r>
            <a:br>
              <a:rPr lang="en-US" sz="3300">
                <a:solidFill>
                  <a:schemeClr val="tx2"/>
                </a:solidFill>
                <a:latin typeface="Aptos"/>
              </a:rPr>
            </a:br>
            <a:endParaRPr lang="en-US" sz="3300">
              <a:solidFill>
                <a:schemeClr val="tx2"/>
              </a:solidFill>
              <a:latin typeface="Aptos"/>
            </a:endParaRPr>
          </a:p>
        </p:txBody>
      </p:sp>
      <p:sp>
        <p:nvSpPr>
          <p:cNvPr id="3" name="Content Placeholder 2">
            <a:extLst>
              <a:ext uri="{FF2B5EF4-FFF2-40B4-BE49-F238E27FC236}">
                <a16:creationId xmlns:a16="http://schemas.microsoft.com/office/drawing/2014/main" id="{B23D2596-652B-3D15-C380-5574BB6E4632}"/>
              </a:ext>
            </a:extLst>
          </p:cNvPr>
          <p:cNvSpPr>
            <a:spLocks noGrp="1"/>
          </p:cNvSpPr>
          <p:nvPr>
            <p:ph idx="1"/>
          </p:nvPr>
        </p:nvSpPr>
        <p:spPr>
          <a:xfrm>
            <a:off x="412575" y="1963003"/>
            <a:ext cx="5976315" cy="4097968"/>
          </a:xfrm>
        </p:spPr>
        <p:txBody>
          <a:bodyPr vert="horz" lIns="91440" tIns="45720" rIns="91440" bIns="45720" rtlCol="0" anchor="ctr">
            <a:noAutofit/>
          </a:bodyPr>
          <a:lstStyle/>
          <a:p>
            <a:pPr marL="0" indent="0">
              <a:buNone/>
            </a:pPr>
            <a:r>
              <a:rPr lang="en-GB" sz="1200">
                <a:solidFill>
                  <a:schemeClr val="tx2"/>
                </a:solidFill>
                <a:latin typeface="Aptos"/>
              </a:rPr>
              <a:t>Problem:</a:t>
            </a:r>
            <a:r>
              <a:rPr lang="en-GB" sz="1200" dirty="0">
                <a:solidFill>
                  <a:schemeClr val="tx2"/>
                </a:solidFill>
                <a:latin typeface="Aptos"/>
                <a:ea typeface="+mn-lt"/>
                <a:cs typeface="+mn-lt"/>
              </a:rPr>
              <a:t> </a:t>
            </a:r>
          </a:p>
          <a:p>
            <a:pPr marL="0" indent="0">
              <a:buNone/>
            </a:pPr>
            <a:r>
              <a:rPr lang="en-GB" sz="1200" b="1">
                <a:solidFill>
                  <a:schemeClr val="tx2"/>
                </a:solidFill>
                <a:latin typeface="Aptos"/>
                <a:ea typeface="+mn-lt"/>
                <a:cs typeface="+mn-lt"/>
              </a:rPr>
              <a:t>In many IT service organizations, a significant number of employees remain on bench, meaning they are employed but not currently assigned to any active project. This situation creates challenges for organizations in terms of resource utilization, workforce planning, and productivity management.</a:t>
            </a:r>
            <a:endParaRPr lang="en-GB" sz="1200" b="1">
              <a:solidFill>
                <a:schemeClr val="tx2"/>
              </a:solidFill>
              <a:latin typeface="Aptos"/>
            </a:endParaRPr>
          </a:p>
          <a:p>
            <a:pPr>
              <a:buNone/>
            </a:pPr>
            <a:endParaRPr lang="en-US" sz="1200" b="1" dirty="0">
              <a:solidFill>
                <a:schemeClr val="tx2"/>
              </a:solidFill>
              <a:latin typeface="Aptos"/>
            </a:endParaRPr>
          </a:p>
          <a:p>
            <a:pPr>
              <a:buFont typeface="Arial"/>
              <a:buChar char="•"/>
            </a:pPr>
            <a:r>
              <a:rPr lang="en-GB" sz="1200" b="1">
                <a:solidFill>
                  <a:schemeClr val="tx2"/>
                </a:solidFill>
                <a:latin typeface="Aptos"/>
                <a:ea typeface="+mn-lt"/>
                <a:cs typeface="+mn-lt"/>
              </a:rPr>
              <a:t>   Identifying employees with the right skills for upcoming projects</a:t>
            </a:r>
            <a:endParaRPr lang="en-GB" sz="1200" b="1">
              <a:solidFill>
                <a:schemeClr val="tx2"/>
              </a:solidFill>
              <a:latin typeface="Aptos"/>
            </a:endParaRPr>
          </a:p>
          <a:p>
            <a:pPr>
              <a:buFont typeface="Arial"/>
              <a:buChar char="•"/>
            </a:pPr>
            <a:r>
              <a:rPr lang="en-GB" sz="1200" b="1">
                <a:solidFill>
                  <a:schemeClr val="tx2"/>
                </a:solidFill>
                <a:latin typeface="Aptos"/>
                <a:ea typeface="+mn-lt"/>
                <a:cs typeface="+mn-lt"/>
              </a:rPr>
              <a:t>   Identifying the project for upgrading skillset and practical knowledge for employe performance evaluation.</a:t>
            </a:r>
            <a:endParaRPr lang="en-GB" sz="1200" b="1">
              <a:solidFill>
                <a:schemeClr val="tx2"/>
              </a:solidFill>
              <a:latin typeface="Aptos"/>
            </a:endParaRPr>
          </a:p>
          <a:p>
            <a:pPr>
              <a:buFont typeface="Arial"/>
              <a:buChar char="•"/>
            </a:pPr>
            <a:r>
              <a:rPr lang="en-GB" sz="1200" b="1">
                <a:solidFill>
                  <a:schemeClr val="tx2"/>
                </a:solidFill>
                <a:latin typeface="Aptos"/>
                <a:ea typeface="+mn-lt"/>
                <a:cs typeface="+mn-lt"/>
              </a:rPr>
              <a:t>   Monitoring the duration and trend of bench time</a:t>
            </a:r>
            <a:endParaRPr lang="en-GB" sz="1200" b="1">
              <a:solidFill>
                <a:schemeClr val="tx2"/>
              </a:solidFill>
              <a:latin typeface="Aptos"/>
            </a:endParaRPr>
          </a:p>
          <a:p>
            <a:pPr>
              <a:buFont typeface="Arial"/>
              <a:buChar char="•"/>
            </a:pPr>
            <a:r>
              <a:rPr lang="en-GB" sz="1200" b="1">
                <a:solidFill>
                  <a:schemeClr val="tx2"/>
                </a:solidFill>
                <a:latin typeface="Aptos"/>
                <a:ea typeface="+mn-lt"/>
                <a:cs typeface="+mn-lt"/>
              </a:rPr>
              <a:t>   Understanding the skill gaps between employee capabilities and project requirements</a:t>
            </a:r>
            <a:endParaRPr lang="en-GB" sz="1200" b="1">
              <a:solidFill>
                <a:schemeClr val="tx2"/>
              </a:solidFill>
              <a:latin typeface="Aptos"/>
            </a:endParaRPr>
          </a:p>
          <a:p>
            <a:pPr>
              <a:buFont typeface="Arial"/>
              <a:buChar char="•"/>
            </a:pPr>
            <a:r>
              <a:rPr lang="en-GB" sz="1200" b="1">
                <a:solidFill>
                  <a:schemeClr val="tx2"/>
                </a:solidFill>
                <a:latin typeface="Aptos"/>
                <a:ea typeface="+mn-lt"/>
                <a:cs typeface="+mn-lt"/>
              </a:rPr>
              <a:t>   Efficiently allocating available human resources to projects</a:t>
            </a:r>
            <a:br>
              <a:rPr lang="en-US" sz="1200" b="1" dirty="0">
                <a:latin typeface="Aptos"/>
              </a:rPr>
            </a:br>
            <a:endParaRPr lang="en-US" sz="1200" b="1" dirty="0">
              <a:solidFill>
                <a:schemeClr val="tx2"/>
              </a:solidFill>
              <a:latin typeface="Aptos"/>
            </a:endParaRPr>
          </a:p>
          <a:p>
            <a:pPr>
              <a:buNone/>
            </a:pPr>
            <a:r>
              <a:rPr lang="en-GB" sz="1200" b="1">
                <a:solidFill>
                  <a:schemeClr val="tx2"/>
                </a:solidFill>
                <a:latin typeface="Aptos"/>
                <a:ea typeface="+mn-lt"/>
                <a:cs typeface="+mn-lt"/>
              </a:rPr>
              <a:t>The absence of a data-driven system for resource allocation and bench management leads to  inefficient  utilization of talent and increased. operational costs.</a:t>
            </a:r>
            <a:br>
              <a:rPr lang="en-US" sz="1200" b="1" dirty="0">
                <a:latin typeface="Aptos"/>
              </a:rPr>
            </a:br>
            <a:endParaRPr lang="en-US" sz="1200" b="1" dirty="0">
              <a:solidFill>
                <a:schemeClr val="tx2"/>
              </a:solidFill>
              <a:latin typeface="Aptos"/>
            </a:endParaRPr>
          </a:p>
          <a:p>
            <a:pPr>
              <a:buNone/>
            </a:pPr>
            <a:r>
              <a:rPr lang="en-GB" sz="1200" b="1">
                <a:solidFill>
                  <a:schemeClr val="tx2"/>
                </a:solidFill>
                <a:latin typeface="Aptos"/>
                <a:ea typeface="+mn-lt"/>
                <a:cs typeface="+mn-lt"/>
              </a:rPr>
              <a:t>Therefore, this project proposes the development of a Data Science–based Bench Employee Utilization  and</a:t>
            </a:r>
            <a:br>
              <a:rPr lang="en-GB" sz="1200" b="1" dirty="0">
                <a:latin typeface="Aptos"/>
                <a:ea typeface="+mn-lt"/>
                <a:cs typeface="+mn-lt"/>
              </a:rPr>
            </a:br>
            <a:r>
              <a:rPr lang="en-GB" sz="1200" b="1">
                <a:solidFill>
                  <a:schemeClr val="tx2"/>
                </a:solidFill>
                <a:latin typeface="Aptos"/>
                <a:ea typeface="+mn-lt"/>
                <a:cs typeface="+mn-lt"/>
              </a:rPr>
              <a:t>Project Matching Tool that analyzes employee skill data, project requirements, and utilization trends to support better decision-making.</a:t>
            </a:r>
            <a:endParaRPr lang="en-GB" sz="1200" b="1">
              <a:solidFill>
                <a:schemeClr val="tx2"/>
              </a:solidFill>
              <a:latin typeface="Aptos"/>
            </a:endParaRPr>
          </a:p>
          <a:p>
            <a:pPr marL="0" indent="0">
              <a:buNone/>
            </a:pPr>
            <a:endParaRPr lang="en-GB" sz="700" dirty="0">
              <a:solidFill>
                <a:schemeClr val="tx2"/>
              </a:solidFill>
            </a:endParaRPr>
          </a:p>
        </p:txBody>
      </p:sp>
      <p:grpSp>
        <p:nvGrpSpPr>
          <p:cNvPr id="29" name="Group 28">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30"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Business Growth">
            <a:extLst>
              <a:ext uri="{FF2B5EF4-FFF2-40B4-BE49-F238E27FC236}">
                <a16:creationId xmlns:a16="http://schemas.microsoft.com/office/drawing/2014/main" id="{BCD9A81A-BB36-387E-0EDB-8B56140586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124777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E3E94-12AB-74E5-3092-BA66DB691625}"/>
              </a:ext>
            </a:extLst>
          </p:cNvPr>
          <p:cNvSpPr>
            <a:spLocks noGrp="1"/>
          </p:cNvSpPr>
          <p:nvPr>
            <p:ph type="title"/>
          </p:nvPr>
        </p:nvSpPr>
        <p:spPr>
          <a:xfrm>
            <a:off x="171450" y="147411"/>
            <a:ext cx="10515600" cy="1325563"/>
          </a:xfrm>
        </p:spPr>
        <p:txBody>
          <a:bodyPr/>
          <a:lstStyle/>
          <a:p>
            <a:r>
              <a:rPr lang="en-US" sz="3600" b="1">
                <a:latin typeface="Aptos Display"/>
              </a:rPr>
              <a:t>Relevance to Industry and Specialisation </a:t>
            </a:r>
            <a:endParaRPr lang="en-GB" sz="3600" b="1">
              <a:latin typeface="Aptos Display"/>
            </a:endParaRPr>
          </a:p>
          <a:p>
            <a:endParaRPr lang="en-GB" sz="3600" b="1" dirty="0"/>
          </a:p>
        </p:txBody>
      </p:sp>
      <p:sp>
        <p:nvSpPr>
          <p:cNvPr id="3" name="Content Placeholder 2">
            <a:extLst>
              <a:ext uri="{FF2B5EF4-FFF2-40B4-BE49-F238E27FC236}">
                <a16:creationId xmlns:a16="http://schemas.microsoft.com/office/drawing/2014/main" id="{A5372813-DA45-2411-C180-446A2F8F0959}"/>
              </a:ext>
            </a:extLst>
          </p:cNvPr>
          <p:cNvSpPr>
            <a:spLocks noGrp="1"/>
          </p:cNvSpPr>
          <p:nvPr>
            <p:ph idx="1"/>
          </p:nvPr>
        </p:nvSpPr>
        <p:spPr>
          <a:xfrm>
            <a:off x="280307" y="981983"/>
            <a:ext cx="11638188" cy="5385480"/>
          </a:xfrm>
        </p:spPr>
        <p:txBody>
          <a:bodyPr vert="horz" lIns="91440" tIns="45720" rIns="91440" bIns="45720" rtlCol="0" anchor="t">
            <a:normAutofit/>
          </a:bodyPr>
          <a:lstStyle/>
          <a:p>
            <a:pPr marL="0" indent="0">
              <a:buNone/>
            </a:pPr>
            <a:r>
              <a:rPr lang="en-GB" sz="1200"/>
              <a:t>This project is highly relevant to the fields of </a:t>
            </a:r>
            <a:r>
              <a:rPr lang="en-GB" sz="1200" b="1"/>
              <a:t>Data Science, Business Analytics, and Human Resource Analytics</a:t>
            </a:r>
            <a:r>
              <a:rPr lang="en-GB" sz="1200"/>
              <a:t>. Modern organizations are increasingly relying on </a:t>
            </a:r>
            <a:r>
              <a:rPr lang="en-GB" sz="1200" b="1"/>
              <a:t>data-driven decision-making</a:t>
            </a:r>
            <a:r>
              <a:rPr lang="en-GB" sz="1200"/>
              <a:t> to optimize workforce utilization and. improve productivity.</a:t>
            </a:r>
            <a:endParaRPr lang="en-US" sz="1200"/>
          </a:p>
          <a:p>
            <a:pPr marL="0" indent="0">
              <a:buNone/>
            </a:pPr>
            <a:endParaRPr lang="en-GB" sz="1200" dirty="0"/>
          </a:p>
          <a:p>
            <a:pPr marL="0" indent="0">
              <a:buNone/>
            </a:pPr>
            <a:endParaRPr lang="en-GB" sz="1200" dirty="0"/>
          </a:p>
          <a:p>
            <a:pPr marL="0" indent="0">
              <a:buNone/>
            </a:pPr>
            <a:endParaRPr lang="en-GB" sz="1200" dirty="0"/>
          </a:p>
          <a:p>
            <a:pPr>
              <a:buNone/>
            </a:pPr>
            <a:endParaRPr lang="en-GB" sz="1200" dirty="0"/>
          </a:p>
        </p:txBody>
      </p:sp>
      <p:sp>
        <p:nvSpPr>
          <p:cNvPr id="4" name="Rectangle 3">
            <a:extLst>
              <a:ext uri="{FF2B5EF4-FFF2-40B4-BE49-F238E27FC236}">
                <a16:creationId xmlns:a16="http://schemas.microsoft.com/office/drawing/2014/main" id="{807F0CAF-3369-267A-AAE4-34D83537B87B}"/>
              </a:ext>
            </a:extLst>
          </p:cNvPr>
          <p:cNvSpPr/>
          <p:nvPr/>
        </p:nvSpPr>
        <p:spPr>
          <a:xfrm>
            <a:off x="2661557" y="2217964"/>
            <a:ext cx="3129643" cy="1095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1000"/>
              </a:spcBef>
            </a:pPr>
            <a:r>
              <a:rPr lang="en-GB" sz="1200" dirty="0">
                <a:solidFill>
                  <a:srgbClr val="000000"/>
                </a:solidFill>
              </a:rPr>
              <a:t>     </a:t>
            </a:r>
            <a:r>
              <a:rPr lang="en-GB" sz="1200">
                <a:solidFill>
                  <a:schemeClr val="bg1"/>
                </a:solidFill>
              </a:rPr>
              <a:t>    Analyze employee skill datasets</a:t>
            </a:r>
            <a:endParaRPr lang="en-US" sz="1200">
              <a:solidFill>
                <a:schemeClr val="bg1"/>
              </a:solidFill>
            </a:endParaRPr>
          </a:p>
        </p:txBody>
      </p:sp>
      <p:sp>
        <p:nvSpPr>
          <p:cNvPr id="7" name="Rectangle 6">
            <a:extLst>
              <a:ext uri="{FF2B5EF4-FFF2-40B4-BE49-F238E27FC236}">
                <a16:creationId xmlns:a16="http://schemas.microsoft.com/office/drawing/2014/main" id="{04AA01BB-B453-D1F9-6B38-55C9B89C9A9B}"/>
              </a:ext>
            </a:extLst>
          </p:cNvPr>
          <p:cNvSpPr/>
          <p:nvPr/>
        </p:nvSpPr>
        <p:spPr>
          <a:xfrm>
            <a:off x="2661557" y="3675289"/>
            <a:ext cx="3129643" cy="1095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90000"/>
              </a:lnSpc>
              <a:spcBef>
                <a:spcPts val="1000"/>
              </a:spcBef>
            </a:pPr>
            <a:r>
              <a:rPr lang="en-GB" sz="1200">
                <a:solidFill>
                  <a:schemeClr val="bg1"/>
                </a:solidFill>
              </a:rPr>
              <a:t>Recommend suitable employees for projects</a:t>
            </a:r>
            <a:endParaRPr lang="en-US" sz="1200">
              <a:solidFill>
                <a:schemeClr val="bg1"/>
              </a:solidFill>
            </a:endParaRPr>
          </a:p>
          <a:p>
            <a:pPr algn="ctr"/>
            <a:endParaRPr lang="en-GB" dirty="0"/>
          </a:p>
        </p:txBody>
      </p:sp>
      <p:sp>
        <p:nvSpPr>
          <p:cNvPr id="9" name="Rectangle 8">
            <a:extLst>
              <a:ext uri="{FF2B5EF4-FFF2-40B4-BE49-F238E27FC236}">
                <a16:creationId xmlns:a16="http://schemas.microsoft.com/office/drawing/2014/main" id="{801BAB01-B6CC-3EA9-32B6-227E459B3F8C}"/>
              </a:ext>
            </a:extLst>
          </p:cNvPr>
          <p:cNvSpPr/>
          <p:nvPr/>
        </p:nvSpPr>
        <p:spPr>
          <a:xfrm>
            <a:off x="6511925" y="3675289"/>
            <a:ext cx="3129643" cy="1095375"/>
          </a:xfrm>
          <a:prstGeom prst="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n-GB" sz="1200">
                <a:solidFill>
                  <a:schemeClr val="bg1"/>
                </a:solidFill>
              </a:rPr>
              <a:t>Suggest upskilling opportunities for bench employees</a:t>
            </a:r>
            <a:br>
              <a:rPr lang="en-GB" sz="1200" dirty="0">
                <a:solidFill>
                  <a:srgbClr val="000000"/>
                </a:solidFill>
              </a:rPr>
            </a:br>
            <a:endParaRPr lang="en-GB" sz="1200" dirty="0">
              <a:solidFill>
                <a:srgbClr val="000000"/>
              </a:solidFill>
            </a:endParaRPr>
          </a:p>
        </p:txBody>
      </p:sp>
      <p:sp>
        <p:nvSpPr>
          <p:cNvPr id="24" name="Rectangle 23">
            <a:extLst>
              <a:ext uri="{FF2B5EF4-FFF2-40B4-BE49-F238E27FC236}">
                <a16:creationId xmlns:a16="http://schemas.microsoft.com/office/drawing/2014/main" id="{FA44296F-532F-347F-1B94-5A01C7650493}"/>
              </a:ext>
            </a:extLst>
          </p:cNvPr>
          <p:cNvSpPr/>
          <p:nvPr/>
        </p:nvSpPr>
        <p:spPr>
          <a:xfrm>
            <a:off x="6420303" y="2217964"/>
            <a:ext cx="3129643" cy="1095375"/>
          </a:xfrm>
          <a:prstGeom prst="rect">
            <a:avLst/>
          </a:prstGeom>
          <a:ln>
            <a:solidFill>
              <a:schemeClr val="bg1">
                <a:lumMod val="75000"/>
              </a:schemeClr>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nSpc>
                <a:spcPct val="90000"/>
              </a:lnSpc>
              <a:spcBef>
                <a:spcPts val="1000"/>
              </a:spcBef>
            </a:pPr>
            <a:endParaRPr lang="en-GB" sz="1200" dirty="0">
              <a:solidFill>
                <a:srgbClr val="000000"/>
              </a:solidFill>
            </a:endParaRPr>
          </a:p>
          <a:p>
            <a:pPr>
              <a:lnSpc>
                <a:spcPct val="90000"/>
              </a:lnSpc>
              <a:spcBef>
                <a:spcPts val="1000"/>
              </a:spcBef>
            </a:pPr>
            <a:r>
              <a:rPr lang="en-GB" sz="1200" dirty="0">
                <a:solidFill>
                  <a:srgbClr val="000000"/>
                </a:solidFill>
              </a:rPr>
              <a:t> </a:t>
            </a:r>
            <a:r>
              <a:rPr lang="en-GB" sz="1200">
                <a:solidFill>
                  <a:schemeClr val="bg1"/>
                </a:solidFill>
              </a:rPr>
              <a:t>    Identify patterns in workforce utilization</a:t>
            </a:r>
            <a:endParaRPr lang="en-US" sz="1200">
              <a:solidFill>
                <a:schemeClr val="bg1"/>
              </a:solidFill>
            </a:endParaRPr>
          </a:p>
          <a:p>
            <a:pPr>
              <a:lnSpc>
                <a:spcPct val="90000"/>
              </a:lnSpc>
              <a:spcBef>
                <a:spcPts val="1000"/>
              </a:spcBef>
            </a:pPr>
            <a:endParaRPr lang="en-GB" sz="1200" dirty="0">
              <a:solidFill>
                <a:schemeClr val="bg1"/>
              </a:solidFill>
            </a:endParaRPr>
          </a:p>
        </p:txBody>
      </p:sp>
      <p:sp>
        <p:nvSpPr>
          <p:cNvPr id="27" name="TextBox 26">
            <a:extLst>
              <a:ext uri="{FF2B5EF4-FFF2-40B4-BE49-F238E27FC236}">
                <a16:creationId xmlns:a16="http://schemas.microsoft.com/office/drawing/2014/main" id="{92365DA7-0A0A-4182-3E6D-5BEB489D157E}"/>
              </a:ext>
            </a:extLst>
          </p:cNvPr>
          <p:cNvSpPr txBox="1"/>
          <p:nvPr/>
        </p:nvSpPr>
        <p:spPr>
          <a:xfrm>
            <a:off x="468992" y="5271407"/>
            <a:ext cx="1046389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rtl="0"/>
            <a:r>
              <a:rPr lang="en-GB" sz="1200" baseline="0">
                <a:latin typeface="Aptos"/>
                <a:ea typeface="Arial"/>
                <a:cs typeface="Arial"/>
              </a:rPr>
              <a:t>Such a system can significantly support</a:t>
            </a:r>
            <a:r>
              <a:rPr lang="en-GB" sz="1200" b="1" baseline="0">
                <a:latin typeface="Aptos"/>
                <a:ea typeface="Arial"/>
                <a:cs typeface="Arial"/>
              </a:rPr>
              <a:t> Project Leads, Project Managers, HR Departments, And Resource Management Teams</a:t>
            </a:r>
            <a:r>
              <a:rPr lang="en-GB" sz="1200" baseline="0">
                <a:latin typeface="Aptos"/>
                <a:ea typeface="Arial"/>
                <a:cs typeface="Arial"/>
              </a:rPr>
              <a:t> in improving operational efficiency.</a:t>
            </a:r>
            <a:r>
              <a:rPr lang="en-US" sz="1200">
                <a:latin typeface="Aptos"/>
                <a:ea typeface="Arial"/>
                <a:cs typeface="Arial"/>
              </a:rPr>
              <a:t>​</a:t>
            </a:r>
            <a:endParaRPr lang="en-US"/>
          </a:p>
          <a:p>
            <a:pPr algn="ctr"/>
            <a:endParaRPr lang="en-GB"/>
          </a:p>
        </p:txBody>
      </p:sp>
    </p:spTree>
    <p:extLst>
      <p:ext uri="{BB962C8B-B14F-4D97-AF65-F5344CB8AC3E}">
        <p14:creationId xmlns:p14="http://schemas.microsoft.com/office/powerpoint/2010/main" val="1842320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CB9D9A-CBE0-5E35-0ADD-52172A1FDA34}"/>
              </a:ext>
            </a:extLst>
          </p:cNvPr>
          <p:cNvSpPr>
            <a:spLocks noGrp="1"/>
          </p:cNvSpPr>
          <p:nvPr>
            <p:ph type="title"/>
          </p:nvPr>
        </p:nvSpPr>
        <p:spPr>
          <a:xfrm>
            <a:off x="621792" y="1161288"/>
            <a:ext cx="3602736" cy="4526280"/>
          </a:xfrm>
        </p:spPr>
        <p:txBody>
          <a:bodyPr>
            <a:normAutofit/>
          </a:bodyPr>
          <a:lstStyle/>
          <a:p>
            <a:br>
              <a:rPr lang="en-GB" sz="4000" b="1">
                <a:ea typeface="+mj-lt"/>
                <a:cs typeface="+mj-lt"/>
              </a:rPr>
            </a:br>
            <a:r>
              <a:rPr lang="en-GB" sz="4000" b="1">
                <a:ea typeface="+mj-lt"/>
                <a:cs typeface="+mj-lt"/>
              </a:rPr>
              <a:t>Objectives &amp; Scope</a:t>
            </a:r>
            <a:endParaRPr lang="en-US" sz="4000"/>
          </a:p>
          <a:p>
            <a:endParaRPr lang="en-GB" sz="400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EB27DAE-1B21-00FA-87FF-80869DF729EE}"/>
              </a:ext>
            </a:extLst>
          </p:cNvPr>
          <p:cNvSpPr>
            <a:spLocks noGrp="1"/>
          </p:cNvSpPr>
          <p:nvPr>
            <p:ph idx="1"/>
          </p:nvPr>
        </p:nvSpPr>
        <p:spPr>
          <a:xfrm>
            <a:off x="4672149" y="538988"/>
            <a:ext cx="6678603" cy="5386324"/>
          </a:xfrm>
        </p:spPr>
        <p:txBody>
          <a:bodyPr vert="horz" lIns="91440" tIns="45720" rIns="91440" bIns="45720" rtlCol="0" anchor="ctr">
            <a:normAutofit/>
          </a:bodyPr>
          <a:lstStyle/>
          <a:p>
            <a:pPr marL="0" indent="0">
              <a:buNone/>
            </a:pPr>
            <a:r>
              <a:rPr lang="en-GB" sz="2000" b="1">
                <a:ea typeface="+mn-lt"/>
                <a:cs typeface="+mn-lt"/>
              </a:rPr>
              <a:t>The primary objectives of this project are:</a:t>
            </a:r>
            <a:endParaRPr lang="en-GB" sz="2000">
              <a:ea typeface="+mn-lt"/>
              <a:cs typeface="+mn-lt"/>
            </a:endParaRPr>
          </a:p>
          <a:p>
            <a:pPr marL="285750" indent="-285750"/>
            <a:r>
              <a:rPr lang="en-GB" sz="2000">
                <a:ea typeface="+mn-lt"/>
                <a:cs typeface="+mn-lt"/>
              </a:rPr>
              <a:t>To analyse employee skill data and project requirements to understand workforce utilisation patterns within an organisation.</a:t>
            </a:r>
          </a:p>
          <a:p>
            <a:pPr marL="285750" indent="-285750"/>
            <a:r>
              <a:rPr lang="en-GB" sz="2000">
                <a:ea typeface="+mn-lt"/>
                <a:cs typeface="+mn-lt"/>
              </a:rPr>
              <a:t>To identify bench employees and measure bench duration using data analytics techniques.</a:t>
            </a:r>
          </a:p>
          <a:p>
            <a:pPr marL="285750" indent="-285750"/>
            <a:r>
              <a:rPr lang="en-GB" sz="2000">
                <a:ea typeface="+mn-lt"/>
                <a:cs typeface="+mn-lt"/>
              </a:rPr>
              <a:t>To develop a recommendation system that matches employees with suitable projects based on their skills and experience.</a:t>
            </a:r>
          </a:p>
          <a:p>
            <a:pPr marL="285750" indent="-285750"/>
            <a:r>
              <a:rPr lang="en-GB" sz="2000">
                <a:ea typeface="+mn-lt"/>
                <a:cs typeface="+mn-lt"/>
              </a:rPr>
              <a:t>To perform skill gap analysis between available employee capabilities and project demand.</a:t>
            </a:r>
          </a:p>
          <a:p>
            <a:pPr marL="285750" indent="-285750"/>
            <a:r>
              <a:rPr lang="en-GB" sz="2000">
                <a:ea typeface="+mn-lt"/>
                <a:cs typeface="+mn-lt"/>
              </a:rPr>
              <a:t>To create a dashboard for workforce analytics that provides insights into employee utilisation, skill </a:t>
            </a:r>
            <a:br>
              <a:rPr lang="en-GB" sz="2000">
                <a:ea typeface="+mn-lt"/>
                <a:cs typeface="+mn-lt"/>
              </a:rPr>
            </a:br>
            <a:r>
              <a:rPr lang="en-GB" sz="2000">
                <a:ea typeface="+mn-lt"/>
                <a:cs typeface="+mn-lt"/>
              </a:rPr>
              <a:t>distribution, and project allocation.</a:t>
            </a:r>
            <a:br>
              <a:rPr lang="en-GB" sz="2000">
                <a:ea typeface="+mn-lt"/>
                <a:cs typeface="+mn-lt"/>
              </a:rPr>
            </a:br>
            <a:r>
              <a:rPr lang="en-GB" sz="2000">
                <a:ea typeface="+mn-lt"/>
                <a:cs typeface="+mn-lt"/>
              </a:rPr>
              <a:t> </a:t>
            </a:r>
          </a:p>
          <a:p>
            <a:pPr marL="0" indent="0">
              <a:buNone/>
            </a:pPr>
            <a:endParaRPr lang="en-GB" sz="2000" b="1"/>
          </a:p>
        </p:txBody>
      </p:sp>
    </p:spTree>
    <p:extLst>
      <p:ext uri="{BB962C8B-B14F-4D97-AF65-F5344CB8AC3E}">
        <p14:creationId xmlns:p14="http://schemas.microsoft.com/office/powerpoint/2010/main" val="293810971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EDCAB9D7-94EA-35B0-70ED-7671D2F35081}"/>
              </a:ext>
            </a:extLst>
          </p:cNvPr>
          <p:cNvSpPr>
            <a:spLocks noGrp="1"/>
          </p:cNvSpPr>
          <p:nvPr>
            <p:ph type="title"/>
          </p:nvPr>
        </p:nvSpPr>
        <p:spPr>
          <a:xfrm>
            <a:off x="1188069" y="381935"/>
            <a:ext cx="4008583" cy="5974414"/>
          </a:xfrm>
        </p:spPr>
        <p:txBody>
          <a:bodyPr anchor="ctr">
            <a:normAutofit/>
          </a:bodyPr>
          <a:lstStyle/>
          <a:p>
            <a:r>
              <a:rPr lang="en-GB" sz="7400" b="1">
                <a:solidFill>
                  <a:srgbClr val="FFFFFF"/>
                </a:solidFill>
                <a:ea typeface="+mj-lt"/>
                <a:cs typeface="+mj-lt"/>
              </a:rPr>
              <a:t>The scope of this project includes:</a:t>
            </a:r>
            <a:endParaRPr lang="en-US" sz="7400">
              <a:solidFill>
                <a:srgbClr val="FFFFFF"/>
              </a:solidFill>
            </a:endParaRP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27"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28"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4D7E6365-8A42-BD28-D33C-3D8B6D2CE28A}"/>
              </a:ext>
            </a:extLst>
          </p:cNvPr>
          <p:cNvSpPr>
            <a:spLocks noGrp="1"/>
          </p:cNvSpPr>
          <p:nvPr>
            <p:ph idx="1"/>
          </p:nvPr>
        </p:nvSpPr>
        <p:spPr>
          <a:xfrm>
            <a:off x="6297233" y="518400"/>
            <a:ext cx="4771607" cy="5837949"/>
          </a:xfrm>
        </p:spPr>
        <p:txBody>
          <a:bodyPr vert="horz" lIns="91440" tIns="45720" rIns="91440" bIns="45720" rtlCol="0" anchor="ctr">
            <a:normAutofit/>
          </a:bodyPr>
          <a:lstStyle/>
          <a:p>
            <a:pPr marL="0" indent="0">
              <a:buNone/>
            </a:pPr>
            <a:r>
              <a:rPr lang="en-GB" sz="1100" b="1" u="sng">
                <a:solidFill>
                  <a:schemeClr val="tx1">
                    <a:alpha val="80000"/>
                  </a:schemeClr>
                </a:solidFill>
              </a:rPr>
              <a:t>In Scope Activity</a:t>
            </a:r>
            <a:endParaRPr lang="en-GB" sz="1100">
              <a:solidFill>
                <a:schemeClr val="tx1">
                  <a:alpha val="80000"/>
                </a:schemeClr>
              </a:solidFill>
            </a:endParaRPr>
          </a:p>
          <a:p>
            <a:pPr>
              <a:buFont typeface="Wingdings" panose="020B0604020202020204" pitchFamily="34" charset="0"/>
              <a:buChar char="ü"/>
            </a:pPr>
            <a:r>
              <a:rPr lang="en-GB" sz="1100">
                <a:solidFill>
                  <a:schemeClr val="tx1">
                    <a:alpha val="80000"/>
                  </a:schemeClr>
                </a:solidFill>
                <a:ea typeface="+mn-lt"/>
                <a:cs typeface="+mn-lt"/>
              </a:rPr>
              <a:t>Analysing Employee who is on </a:t>
            </a:r>
            <a:endParaRPr lang="en-GB" sz="1100">
              <a:solidFill>
                <a:schemeClr val="tx1">
                  <a:alpha val="80000"/>
                </a:schemeClr>
              </a:solidFill>
            </a:endParaRPr>
          </a:p>
          <a:p>
            <a:pPr marL="0" indent="0">
              <a:buNone/>
            </a:pPr>
            <a:r>
              <a:rPr lang="en-GB" sz="1100">
                <a:solidFill>
                  <a:schemeClr val="tx1">
                    <a:alpha val="80000"/>
                  </a:schemeClr>
                </a:solidFill>
              </a:rPr>
              <a:t>  Bench</a:t>
            </a:r>
          </a:p>
          <a:p>
            <a:pPr marL="0" indent="0">
              <a:buNone/>
            </a:pPr>
            <a:r>
              <a:rPr lang="en-GB" sz="1100">
                <a:solidFill>
                  <a:schemeClr val="tx1">
                    <a:alpha val="80000"/>
                  </a:schemeClr>
                </a:solidFill>
              </a:rPr>
              <a:t>  PIP</a:t>
            </a:r>
          </a:p>
          <a:p>
            <a:pPr marL="0" indent="0">
              <a:buNone/>
            </a:pPr>
            <a:r>
              <a:rPr lang="en-GB" sz="1100">
                <a:solidFill>
                  <a:schemeClr val="tx1">
                    <a:alpha val="80000"/>
                  </a:schemeClr>
                </a:solidFill>
              </a:rPr>
              <a:t>  Student</a:t>
            </a:r>
          </a:p>
          <a:p>
            <a:pPr marL="0" indent="0">
              <a:buNone/>
            </a:pPr>
            <a:r>
              <a:rPr lang="en-GB" sz="1100">
                <a:solidFill>
                  <a:schemeClr val="tx1">
                    <a:alpha val="80000"/>
                  </a:schemeClr>
                </a:solidFill>
              </a:rPr>
              <a:t>  Not Employeed</a:t>
            </a:r>
          </a:p>
          <a:p>
            <a:pPr>
              <a:buFont typeface="Wingdings" panose="020B0604020202020204" pitchFamily="34" charset="0"/>
              <a:buChar char="ü"/>
            </a:pPr>
            <a:r>
              <a:rPr lang="en-GB" sz="1100">
                <a:solidFill>
                  <a:schemeClr val="tx1">
                    <a:alpha val="80000"/>
                  </a:schemeClr>
                </a:solidFill>
              </a:rPr>
              <a:t>Developing</a:t>
            </a:r>
            <a:r>
              <a:rPr lang="en-GB" sz="1100">
                <a:solidFill>
                  <a:schemeClr val="tx1">
                    <a:alpha val="80000"/>
                  </a:schemeClr>
                </a:solidFill>
                <a:ea typeface="+mn-lt"/>
                <a:cs typeface="+mn-lt"/>
              </a:rPr>
              <a:t> analytical models for resource allocation</a:t>
            </a:r>
            <a:endParaRPr lang="en-GB" sz="1100">
              <a:solidFill>
                <a:schemeClr val="tx1">
                  <a:alpha val="80000"/>
                </a:schemeClr>
              </a:solidFill>
            </a:endParaRPr>
          </a:p>
          <a:p>
            <a:pPr>
              <a:buFont typeface="Wingdings" panose="020B0604020202020204" pitchFamily="34" charset="0"/>
              <a:buChar char="ü"/>
            </a:pPr>
            <a:r>
              <a:rPr lang="en-GB" sz="1100">
                <a:solidFill>
                  <a:schemeClr val="tx1">
                    <a:alpha val="80000"/>
                  </a:schemeClr>
                </a:solidFill>
                <a:ea typeface="+mn-lt"/>
                <a:cs typeface="+mn-lt"/>
              </a:rPr>
              <a:t>Creating visualisation dashboards for project and project insights Implementing a simple recommendation system for employee–project matching. On daily, weekly, monthly, yearly basis.</a:t>
            </a:r>
            <a:endParaRPr lang="en-GB" sz="1100">
              <a:solidFill>
                <a:schemeClr val="tx1">
                  <a:alpha val="80000"/>
                </a:schemeClr>
              </a:solidFill>
            </a:endParaRPr>
          </a:p>
          <a:p>
            <a:pPr>
              <a:buFont typeface="Wingdings" panose="020B0604020202020204" pitchFamily="34" charset="0"/>
              <a:buChar char="ü"/>
            </a:pPr>
            <a:r>
              <a:rPr lang="en-GB" sz="1100">
                <a:solidFill>
                  <a:schemeClr val="tx1">
                    <a:alpha val="80000"/>
                  </a:schemeClr>
                </a:solidFill>
              </a:rPr>
              <a:t>It's a idea reccomandation system.</a:t>
            </a:r>
          </a:p>
          <a:p>
            <a:pPr>
              <a:buFont typeface="Wingdings" panose="020B0604020202020204" pitchFamily="34" charset="0"/>
              <a:buChar char="ü"/>
            </a:pPr>
            <a:r>
              <a:rPr lang="en-GB" sz="1100">
                <a:solidFill>
                  <a:schemeClr val="tx1">
                    <a:alpha val="80000"/>
                  </a:schemeClr>
                </a:solidFill>
                <a:ea typeface="+mn-lt"/>
                <a:cs typeface="+mn-lt"/>
              </a:rPr>
              <a:t>it provides a prototype model demonstrating how data science can support strategic decision-making in resource planning.</a:t>
            </a:r>
            <a:endParaRPr lang="en-GB" sz="1100">
              <a:solidFill>
                <a:schemeClr val="tx1">
                  <a:alpha val="80000"/>
                </a:schemeClr>
              </a:solidFill>
            </a:endParaRPr>
          </a:p>
          <a:p>
            <a:pPr marL="0" indent="0">
              <a:buNone/>
            </a:pPr>
            <a:endParaRPr lang="en-GB" sz="1100">
              <a:solidFill>
                <a:schemeClr val="tx1">
                  <a:alpha val="80000"/>
                </a:schemeClr>
              </a:solidFill>
            </a:endParaRPr>
          </a:p>
          <a:p>
            <a:pPr marL="0" indent="0">
              <a:buNone/>
            </a:pPr>
            <a:r>
              <a:rPr lang="en-GB" sz="1100" b="1" u="sng">
                <a:solidFill>
                  <a:schemeClr val="tx1">
                    <a:alpha val="80000"/>
                  </a:schemeClr>
                </a:solidFill>
              </a:rPr>
              <a:t>Out Of Scope Activity</a:t>
            </a:r>
            <a:endParaRPr lang="en-GB" sz="1100">
              <a:solidFill>
                <a:schemeClr val="tx1">
                  <a:alpha val="80000"/>
                </a:schemeClr>
              </a:solidFill>
            </a:endParaRPr>
          </a:p>
          <a:p>
            <a:pPr marL="285750" indent="-285750">
              <a:buFont typeface="Wingdings" panose="020B0604020202020204" pitchFamily="34" charset="0"/>
              <a:buChar char="ü"/>
            </a:pPr>
            <a:r>
              <a:rPr lang="en-GB" sz="1100">
                <a:solidFill>
                  <a:schemeClr val="tx1">
                    <a:alpha val="80000"/>
                  </a:schemeClr>
                </a:solidFill>
                <a:ea typeface="+mn-lt"/>
                <a:cs typeface="+mn-lt"/>
              </a:rPr>
              <a:t>The project focuses on data-driven workforce analytics and does not cover the full implementation of enterprise-level resource management systems. </a:t>
            </a:r>
            <a:endParaRPr lang="en-GB" sz="1100">
              <a:solidFill>
                <a:schemeClr val="tx1">
                  <a:alpha val="80000"/>
                </a:schemeClr>
              </a:solidFill>
            </a:endParaRPr>
          </a:p>
          <a:p>
            <a:pPr marL="285750" indent="-285750">
              <a:buFont typeface="Wingdings" panose="020B0604020202020204" pitchFamily="34" charset="0"/>
              <a:buChar char="ü"/>
            </a:pPr>
            <a:r>
              <a:rPr lang="en-GB" sz="1100">
                <a:solidFill>
                  <a:schemeClr val="tx1">
                    <a:alpha val="80000"/>
                  </a:schemeClr>
                </a:solidFill>
              </a:rPr>
              <a:t>It's datascience practise driven tool where it project project ideas as others tools avilable in market like leetcode, hackerrank etc.</a:t>
            </a:r>
          </a:p>
          <a:p>
            <a:pPr marL="285750" indent="-285750">
              <a:buFont typeface="Wingdings" panose="020B0604020202020204" pitchFamily="34" charset="0"/>
              <a:buChar char="ü"/>
            </a:pPr>
            <a:endParaRPr lang="en-GB" sz="1100">
              <a:solidFill>
                <a:schemeClr val="tx1">
                  <a:alpha val="80000"/>
                </a:schemeClr>
              </a:solidFill>
            </a:endParaRPr>
          </a:p>
          <a:p>
            <a:pPr marL="0" indent="0">
              <a:buNone/>
            </a:pPr>
            <a:endParaRPr lang="en-GB" sz="1100">
              <a:solidFill>
                <a:schemeClr val="tx1">
                  <a:alpha val="80000"/>
                </a:schemeClr>
              </a:solidFill>
            </a:endParaRPr>
          </a:p>
          <a:p>
            <a:pPr marL="0" indent="0">
              <a:buNone/>
            </a:pPr>
            <a:endParaRPr lang="en-GB" sz="1100">
              <a:solidFill>
                <a:schemeClr val="tx1">
                  <a:alpha val="80000"/>
                </a:schemeClr>
              </a:solidFill>
            </a:endParaRPr>
          </a:p>
          <a:p>
            <a:pPr marL="0" indent="0">
              <a:buNone/>
            </a:pPr>
            <a:endParaRPr lang="en-GB" sz="1100" b="1" u="sng">
              <a:solidFill>
                <a:schemeClr val="tx1">
                  <a:alpha val="80000"/>
                </a:schemeClr>
              </a:solidFill>
            </a:endParaRPr>
          </a:p>
          <a:p>
            <a:pPr marL="0" indent="0">
              <a:buNone/>
            </a:pPr>
            <a:endParaRPr lang="en-GB" sz="1100" b="1" u="sng">
              <a:solidFill>
                <a:schemeClr val="tx1">
                  <a:alpha val="80000"/>
                </a:schemeClr>
              </a:solidFill>
            </a:endParaRPr>
          </a:p>
        </p:txBody>
      </p:sp>
      <p:cxnSp>
        <p:nvCxnSpPr>
          <p:cNvPr id="29" name="Straight Connector 2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1778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DE020-DFB2-79D9-4AEC-455270F2B6E3}"/>
              </a:ext>
            </a:extLst>
          </p:cNvPr>
          <p:cNvSpPr>
            <a:spLocks noGrp="1"/>
          </p:cNvSpPr>
          <p:nvPr>
            <p:ph type="title"/>
          </p:nvPr>
        </p:nvSpPr>
        <p:spPr>
          <a:xfrm>
            <a:off x="89503" y="162019"/>
            <a:ext cx="5404670" cy="709360"/>
          </a:xfrm>
        </p:spPr>
        <p:txBody>
          <a:bodyPr anchor="b">
            <a:normAutofit/>
          </a:bodyPr>
          <a:lstStyle/>
          <a:p>
            <a:r>
              <a:rPr lang="en-US" sz="3200" b="1" dirty="0" err="1">
                <a:latin typeface="Aptos Display"/>
              </a:rPr>
              <a:t>Architure</a:t>
            </a:r>
            <a:r>
              <a:rPr lang="en-US" sz="3200" b="1" dirty="0">
                <a:latin typeface="Aptos Display"/>
              </a:rPr>
              <a:t> Diagram </a:t>
            </a:r>
            <a:endParaRPr lang="en-GB" sz="3200" b="1" dirty="0">
              <a:latin typeface="Aptos Display"/>
            </a:endParaRPr>
          </a:p>
        </p:txBody>
      </p:sp>
      <p:pic>
        <p:nvPicPr>
          <p:cNvPr id="6" name="Content Placeholder 3" descr="A screenshot of a computer&#10;&#10;AI-generated content may be incorrect.">
            <a:extLst>
              <a:ext uri="{FF2B5EF4-FFF2-40B4-BE49-F238E27FC236}">
                <a16:creationId xmlns:a16="http://schemas.microsoft.com/office/drawing/2014/main" id="{27094F43-1A63-144B-461A-DF786045577A}"/>
              </a:ext>
            </a:extLst>
          </p:cNvPr>
          <p:cNvPicPr>
            <a:picLocks noChangeAspect="1"/>
          </p:cNvPicPr>
          <p:nvPr/>
        </p:nvPicPr>
        <p:blipFill>
          <a:blip r:embed="rId2"/>
          <a:srcRect b="5304"/>
          <a:stretch>
            <a:fillRect/>
          </a:stretch>
        </p:blipFill>
        <p:spPr>
          <a:xfrm>
            <a:off x="6674001" y="524843"/>
            <a:ext cx="5087442" cy="2765174"/>
          </a:xfrm>
          <a:prstGeom prst="rect">
            <a:avLst/>
          </a:prstGeom>
        </p:spPr>
      </p:pic>
      <p:sp>
        <p:nvSpPr>
          <p:cNvPr id="20" name="Rectangle 19">
            <a:extLst>
              <a:ext uri="{FF2B5EF4-FFF2-40B4-BE49-F238E27FC236}">
                <a16:creationId xmlns:a16="http://schemas.microsoft.com/office/drawing/2014/main" id="{4DD35268-6FBE-0BCD-C050-3F804C7C5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068597" y="0"/>
            <a:ext cx="123401" cy="3290157"/>
          </a:xfrm>
          <a:prstGeom prst="rect">
            <a:avLst/>
          </a:prstGeom>
          <a:gradFill>
            <a:gsLst>
              <a:gs pos="20000">
                <a:schemeClr val="accent3">
                  <a:alpha val="0"/>
                </a:schemeClr>
              </a:gs>
              <a:gs pos="100000">
                <a:schemeClr val="accent3">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AI-generated content may be incorrect.">
            <a:extLst>
              <a:ext uri="{FF2B5EF4-FFF2-40B4-BE49-F238E27FC236}">
                <a16:creationId xmlns:a16="http://schemas.microsoft.com/office/drawing/2014/main" id="{23391684-1ECA-868B-AFFE-2E8CC738E74E}"/>
              </a:ext>
            </a:extLst>
          </p:cNvPr>
          <p:cNvPicPr>
            <a:picLocks noChangeAspect="1"/>
          </p:cNvPicPr>
          <p:nvPr/>
        </p:nvPicPr>
        <p:blipFill>
          <a:blip r:embed="rId3"/>
          <a:srcRect t="9827" r="-1" b="-1"/>
          <a:stretch>
            <a:fillRect/>
          </a:stretch>
        </p:blipFill>
        <p:spPr>
          <a:xfrm>
            <a:off x="6677488" y="3888344"/>
            <a:ext cx="5093461" cy="2441948"/>
          </a:xfrm>
          <a:prstGeom prst="rect">
            <a:avLst/>
          </a:prstGeom>
        </p:spPr>
      </p:pic>
      <p:grpSp>
        <p:nvGrpSpPr>
          <p:cNvPr id="17" name="Group 16">
            <a:extLst>
              <a:ext uri="{FF2B5EF4-FFF2-40B4-BE49-F238E27FC236}">
                <a16:creationId xmlns:a16="http://schemas.microsoft.com/office/drawing/2014/main" id="{F3A0B02E-2A29-A1CD-0D60-A9E1681AF3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8" name="Rectangle 17">
              <a:extLst>
                <a:ext uri="{FF2B5EF4-FFF2-40B4-BE49-F238E27FC236}">
                  <a16:creationId xmlns:a16="http://schemas.microsoft.com/office/drawing/2014/main" id="{DB760236-1E5E-7CEA-DCDD-21F3FB288A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0D6BAEE-FD58-F5B7-5CF3-A74EB385D7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descr="A diagram of a document&#10;&#10;AI-generated content may be incorrect.">
            <a:extLst>
              <a:ext uri="{FF2B5EF4-FFF2-40B4-BE49-F238E27FC236}">
                <a16:creationId xmlns:a16="http://schemas.microsoft.com/office/drawing/2014/main" id="{17970572-6725-5A69-33F5-E8CBEB230277}"/>
              </a:ext>
            </a:extLst>
          </p:cNvPr>
          <p:cNvPicPr>
            <a:picLocks noChangeAspect="1"/>
          </p:cNvPicPr>
          <p:nvPr/>
        </p:nvPicPr>
        <p:blipFill>
          <a:blip r:embed="rId4"/>
          <a:stretch>
            <a:fillRect/>
          </a:stretch>
        </p:blipFill>
        <p:spPr>
          <a:xfrm>
            <a:off x="90218" y="1405630"/>
            <a:ext cx="5906761" cy="5319450"/>
          </a:xfrm>
          <a:prstGeom prst="rect">
            <a:avLst/>
          </a:prstGeom>
        </p:spPr>
      </p:pic>
      <p:sp>
        <p:nvSpPr>
          <p:cNvPr id="11" name="TextBox 10">
            <a:extLst>
              <a:ext uri="{FF2B5EF4-FFF2-40B4-BE49-F238E27FC236}">
                <a16:creationId xmlns:a16="http://schemas.microsoft.com/office/drawing/2014/main" id="{72EA5DDE-8712-BE91-66F4-0B502D0B62BB}"/>
              </a:ext>
            </a:extLst>
          </p:cNvPr>
          <p:cNvSpPr txBox="1"/>
          <p:nvPr/>
        </p:nvSpPr>
        <p:spPr>
          <a:xfrm>
            <a:off x="107058" y="900545"/>
            <a:ext cx="5623684" cy="369332"/>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u="sng"/>
              <a:t>Step: 1</a:t>
            </a:r>
          </a:p>
        </p:txBody>
      </p:sp>
      <p:sp>
        <p:nvSpPr>
          <p:cNvPr id="16" name="TextBox 15">
            <a:extLst>
              <a:ext uri="{FF2B5EF4-FFF2-40B4-BE49-F238E27FC236}">
                <a16:creationId xmlns:a16="http://schemas.microsoft.com/office/drawing/2014/main" id="{C5EE5E47-6432-E6B0-08FB-F6A04F6480F4}"/>
              </a:ext>
            </a:extLst>
          </p:cNvPr>
          <p:cNvSpPr txBox="1"/>
          <p:nvPr/>
        </p:nvSpPr>
        <p:spPr>
          <a:xfrm>
            <a:off x="6662775" y="151138"/>
            <a:ext cx="5107288" cy="369332"/>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u="sng"/>
              <a:t>Step: 2</a:t>
            </a:r>
          </a:p>
        </p:txBody>
      </p:sp>
      <p:sp>
        <p:nvSpPr>
          <p:cNvPr id="21" name="TextBox 20">
            <a:extLst>
              <a:ext uri="{FF2B5EF4-FFF2-40B4-BE49-F238E27FC236}">
                <a16:creationId xmlns:a16="http://schemas.microsoft.com/office/drawing/2014/main" id="{53D26925-B5B2-86CD-69CA-EFAD2D4C3459}"/>
              </a:ext>
            </a:extLst>
          </p:cNvPr>
          <p:cNvSpPr txBox="1"/>
          <p:nvPr/>
        </p:nvSpPr>
        <p:spPr>
          <a:xfrm>
            <a:off x="6675370" y="3432146"/>
            <a:ext cx="4559404" cy="369332"/>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u="sng"/>
              <a:t>Step: 3</a:t>
            </a:r>
          </a:p>
        </p:txBody>
      </p:sp>
    </p:spTree>
    <p:extLst>
      <p:ext uri="{BB962C8B-B14F-4D97-AF65-F5344CB8AC3E}">
        <p14:creationId xmlns:p14="http://schemas.microsoft.com/office/powerpoint/2010/main" val="1615174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5AA8A9-3CE8-7B90-29C6-ECEB6AB23741}"/>
              </a:ext>
            </a:extLst>
          </p:cNvPr>
          <p:cNvSpPr>
            <a:spLocks noGrp="1"/>
          </p:cNvSpPr>
          <p:nvPr>
            <p:ph type="title"/>
          </p:nvPr>
        </p:nvSpPr>
        <p:spPr>
          <a:xfrm>
            <a:off x="477981" y="1122363"/>
            <a:ext cx="4023360" cy="3204134"/>
          </a:xfrm>
        </p:spPr>
        <p:txBody>
          <a:bodyPr vert="horz" lIns="91440" tIns="45720" rIns="91440" bIns="45720" rtlCol="0" anchor="b">
            <a:normAutofit/>
          </a:bodyPr>
          <a:lstStyle/>
          <a:p>
            <a:br>
              <a:rPr lang="en-US" sz="4800" kern="1200">
                <a:solidFill>
                  <a:schemeClr val="tx1"/>
                </a:solidFill>
                <a:latin typeface="+mj-lt"/>
                <a:ea typeface="+mj-ea"/>
                <a:cs typeface="+mj-cs"/>
              </a:rPr>
            </a:br>
            <a:r>
              <a:rPr lang="en-US" sz="4800" kern="1200">
                <a:solidFill>
                  <a:schemeClr val="tx1"/>
                </a:solidFill>
                <a:latin typeface="+mj-lt"/>
                <a:ea typeface="+mj-ea"/>
                <a:cs typeface="+mj-cs"/>
              </a:rPr>
              <a:t>  </a:t>
            </a:r>
            <a:r>
              <a:rPr lang="en-US" sz="4800" b="1" kern="1200">
                <a:solidFill>
                  <a:schemeClr val="tx1"/>
                </a:solidFill>
                <a:latin typeface="+mj-lt"/>
                <a:ea typeface="+mj-ea"/>
                <a:cs typeface="+mj-cs"/>
              </a:rPr>
              <a:t>  Flow Diagram</a:t>
            </a:r>
            <a:endParaRPr lang="en-US" sz="4800" kern="1200">
              <a:solidFill>
                <a:schemeClr val="tx1"/>
              </a:solidFill>
              <a:latin typeface="+mj-lt"/>
              <a:ea typeface="+mj-ea"/>
              <a:cs typeface="+mj-cs"/>
            </a:endParaRPr>
          </a:p>
          <a:p>
            <a:endParaRPr lang="en-US" sz="4800" kern="1200">
              <a:solidFill>
                <a:schemeClr val="tx1"/>
              </a:solidFill>
              <a:latin typeface="+mj-lt"/>
              <a:ea typeface="+mj-ea"/>
              <a:cs typeface="+mj-cs"/>
            </a:endParaRP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descr="A diagram of a network&#10;&#10;AI-generated content may be incorrect.">
            <a:extLst>
              <a:ext uri="{FF2B5EF4-FFF2-40B4-BE49-F238E27FC236}">
                <a16:creationId xmlns:a16="http://schemas.microsoft.com/office/drawing/2014/main" id="{9937E1E5-1CF2-2CA5-2C19-11E2644A2F9C}"/>
              </a:ext>
            </a:extLst>
          </p:cNvPr>
          <p:cNvPicPr>
            <a:picLocks noChangeAspect="1"/>
          </p:cNvPicPr>
          <p:nvPr/>
        </p:nvPicPr>
        <p:blipFill>
          <a:blip r:embed="rId2"/>
          <a:stretch>
            <a:fillRect/>
          </a:stretch>
        </p:blipFill>
        <p:spPr>
          <a:xfrm>
            <a:off x="6097017" y="663784"/>
            <a:ext cx="5310214" cy="5417280"/>
          </a:xfrm>
          <a:prstGeom prst="rect">
            <a:avLst/>
          </a:prstGeom>
        </p:spPr>
      </p:pic>
    </p:spTree>
    <p:extLst>
      <p:ext uri="{BB962C8B-B14F-4D97-AF65-F5344CB8AC3E}">
        <p14:creationId xmlns:p14="http://schemas.microsoft.com/office/powerpoint/2010/main" val="1395466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D1162E-DF72-80E9-7567-555BE0F6356E}"/>
              </a:ext>
            </a:extLst>
          </p:cNvPr>
          <p:cNvSpPr>
            <a:spLocks noGrp="1"/>
          </p:cNvSpPr>
          <p:nvPr>
            <p:ph type="title"/>
          </p:nvPr>
        </p:nvSpPr>
        <p:spPr>
          <a:xfrm>
            <a:off x="838200" y="3513931"/>
            <a:ext cx="3143250" cy="2601119"/>
          </a:xfrm>
        </p:spPr>
        <p:txBody>
          <a:bodyPr anchor="t">
            <a:normAutofit/>
          </a:bodyPr>
          <a:lstStyle/>
          <a:p>
            <a:pPr algn="ctr"/>
            <a:r>
              <a:rPr lang="en-US" sz="4000" b="1">
                <a:ea typeface="+mj-lt"/>
                <a:cs typeface="+mj-lt"/>
              </a:rPr>
              <a:t> Methodology / Approach</a:t>
            </a:r>
            <a:endParaRPr lang="en-US" sz="4000"/>
          </a:p>
        </p:txBody>
      </p:sp>
      <p:pic>
        <p:nvPicPr>
          <p:cNvPr id="7" name="Graphic 6" descr="Bar chart">
            <a:extLst>
              <a:ext uri="{FF2B5EF4-FFF2-40B4-BE49-F238E27FC236}">
                <a16:creationId xmlns:a16="http://schemas.microsoft.com/office/drawing/2014/main" id="{85B7543E-A284-056A-DB97-B139B12FB8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81200" y="2429670"/>
            <a:ext cx="914400" cy="914400"/>
          </a:xfrm>
          <a:prstGeom prst="rect">
            <a:avLst/>
          </a:prstGeom>
        </p:spPr>
      </p:pic>
      <p:graphicFrame>
        <p:nvGraphicFramePr>
          <p:cNvPr id="22" name="Content Placeholder 2">
            <a:extLst>
              <a:ext uri="{FF2B5EF4-FFF2-40B4-BE49-F238E27FC236}">
                <a16:creationId xmlns:a16="http://schemas.microsoft.com/office/drawing/2014/main" id="{1574EC6C-93FE-72C0-B976-7EAEBA71E326}"/>
              </a:ext>
            </a:extLst>
          </p:cNvPr>
          <p:cNvGraphicFramePr>
            <a:graphicFrameLocks noGrp="1"/>
          </p:cNvGraphicFramePr>
          <p:nvPr>
            <p:ph idx="1"/>
            <p:extLst>
              <p:ext uri="{D42A27DB-BD31-4B8C-83A1-F6EECF244321}">
                <p14:modId xmlns:p14="http://schemas.microsoft.com/office/powerpoint/2010/main" val="2306606982"/>
              </p:ext>
            </p:extLst>
          </p:nvPr>
        </p:nvGraphicFramePr>
        <p:xfrm>
          <a:off x="4186628" y="-489885"/>
          <a:ext cx="7162496" cy="54315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78" name="Rectangle 577">
            <a:extLst>
              <a:ext uri="{FF2B5EF4-FFF2-40B4-BE49-F238E27FC236}">
                <a16:creationId xmlns:a16="http://schemas.microsoft.com/office/drawing/2014/main" id="{4773ABEB-B0AD-A809-BB9F-CF8C5F0BDCFA}"/>
              </a:ext>
            </a:extLst>
          </p:cNvPr>
          <p:cNvSpPr/>
          <p:nvPr/>
        </p:nvSpPr>
        <p:spPr>
          <a:xfrm>
            <a:off x="4212036" y="4543950"/>
            <a:ext cx="7124465" cy="12809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latin typeface="Aptos"/>
              </a:rPr>
              <a:t>7. Descriptive Analytics</a:t>
            </a:r>
            <a:endParaRPr lang="en-US">
              <a:latin typeface="Aptos"/>
            </a:endParaRPr>
          </a:p>
          <a:p>
            <a:pPr algn="ctr"/>
            <a:r>
              <a:rPr lang="en-GB">
                <a:latin typeface="Aptos"/>
              </a:rPr>
              <a:t>8. Financial Analytics</a:t>
            </a:r>
            <a:endParaRPr lang="en-US">
              <a:latin typeface="Aptos"/>
            </a:endParaRPr>
          </a:p>
          <a:p>
            <a:pPr algn="ctr"/>
            <a:endParaRPr lang="en-GB" dirty="0">
              <a:latin typeface="Aptos"/>
            </a:endParaRPr>
          </a:p>
        </p:txBody>
      </p:sp>
    </p:spTree>
    <p:extLst>
      <p:ext uri="{BB962C8B-B14F-4D97-AF65-F5344CB8AC3E}">
        <p14:creationId xmlns:p14="http://schemas.microsoft.com/office/powerpoint/2010/main" val="3577771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Resource Project Planning Systems Zeroth Review Report</vt:lpstr>
      <vt:lpstr>Project Contents</vt:lpstr>
      <vt:lpstr>Problem Identification &amp; Relevance  </vt:lpstr>
      <vt:lpstr>Relevance to Industry and Specialisation  </vt:lpstr>
      <vt:lpstr> Objectives &amp; Scope </vt:lpstr>
      <vt:lpstr>The scope of this project includes:</vt:lpstr>
      <vt:lpstr>Architure Diagram </vt:lpstr>
      <vt:lpstr>     Flow Diagram </vt:lpstr>
      <vt:lpstr> Methodology / Approach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696</cp:revision>
  <dcterms:created xsi:type="dcterms:W3CDTF">2026-03-27T12:01:28Z</dcterms:created>
  <dcterms:modified xsi:type="dcterms:W3CDTF">2026-04-17T14:16:03Z</dcterms:modified>
</cp:coreProperties>
</file>